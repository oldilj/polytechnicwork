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47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B42F6C-ABF4-428A-BE99-9CF0F50C90FB}" type="datetimeFigureOut">
              <a:rPr lang="en-US" smtClean="0"/>
              <a:t>8/13/2013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99FAF6-383F-49F8-BC89-D80E949CF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3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6024C8BE-F96C-4F47-8113-54EB2703A745}" type="slidenum">
              <a:rPr lang="en-US" sz="800" smtClean="0"/>
              <a:pPr/>
              <a:t>2</a:t>
            </a:fld>
            <a:endParaRPr lang="en-US" sz="800" smtClean="0"/>
          </a:p>
        </p:txBody>
      </p:sp>
      <p:sp>
        <p:nvSpPr>
          <p:cNvPr id="30723" name="Rectangle 2"/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mtClean="0"/>
              <a:t>{Complete the ANDing exercise}</a:t>
            </a:r>
          </a:p>
          <a:p>
            <a:r>
              <a:rPr lang="en-US" smtClean="0"/>
              <a:t>{Remove the binary and discuss how you can do this exercise not using binary (ANDing in binary)}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E500517D-696E-45B8-B1F1-4DB58993958A}" type="slidenum">
              <a:rPr lang="en-US" sz="800" smtClean="0"/>
              <a:pPr/>
              <a:t>3</a:t>
            </a:fld>
            <a:endParaRPr lang="en-US" sz="800" smtClean="0"/>
          </a:p>
        </p:txBody>
      </p:sp>
      <p:sp>
        <p:nvSpPr>
          <p:cNvPr id="31747" name="Rectangle 2"/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mtClean="0"/>
              <a:t>{Challenge students about how to approach this task without using  binary}</a:t>
            </a:r>
          </a:p>
          <a:p>
            <a:r>
              <a:rPr lang="en-US" smtClean="0"/>
              <a:t>{Work through the binary ANDing}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CF909-9135-4451-BD34-2FBD243C9CF6}" type="datetimeFigureOut">
              <a:rPr lang="en-US" smtClean="0"/>
              <a:t>8/13/2013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071DE-E30E-49E2-BFC6-C05AF38A18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CF909-9135-4451-BD34-2FBD243C9CF6}" type="datetimeFigureOut">
              <a:rPr lang="en-US" smtClean="0"/>
              <a:t>8/13/2013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071DE-E30E-49E2-BFC6-C05AF38A18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CF909-9135-4451-BD34-2FBD243C9CF6}" type="datetimeFigureOut">
              <a:rPr lang="en-US" smtClean="0"/>
              <a:t>8/13/2013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071DE-E30E-49E2-BFC6-C05AF38A18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CF909-9135-4451-BD34-2FBD243C9CF6}" type="datetimeFigureOut">
              <a:rPr lang="en-US" smtClean="0"/>
              <a:t>8/13/2013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071DE-E30E-49E2-BFC6-C05AF38A18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CF909-9135-4451-BD34-2FBD243C9CF6}" type="datetimeFigureOut">
              <a:rPr lang="en-US" smtClean="0"/>
              <a:t>8/13/2013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071DE-E30E-49E2-BFC6-C05AF38A18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CF909-9135-4451-BD34-2FBD243C9CF6}" type="datetimeFigureOut">
              <a:rPr lang="en-US" smtClean="0"/>
              <a:t>8/13/2013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071DE-E30E-49E2-BFC6-C05AF38A18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CF909-9135-4451-BD34-2FBD243C9CF6}" type="datetimeFigureOut">
              <a:rPr lang="en-US" smtClean="0"/>
              <a:t>8/13/2013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071DE-E30E-49E2-BFC6-C05AF38A18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CF909-9135-4451-BD34-2FBD243C9CF6}" type="datetimeFigureOut">
              <a:rPr lang="en-US" smtClean="0"/>
              <a:t>8/13/2013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071DE-E30E-49E2-BFC6-C05AF38A18A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CF909-9135-4451-BD34-2FBD243C9CF6}" type="datetimeFigureOut">
              <a:rPr lang="en-US" smtClean="0"/>
              <a:t>8/13/2013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98071DE-E30E-49E2-BFC6-C05AF38A18A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CF909-9135-4451-BD34-2FBD243C9CF6}" type="datetimeFigureOut">
              <a:rPr lang="en-US" smtClean="0"/>
              <a:t>8/13/2013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071DE-E30E-49E2-BFC6-C05AF38A18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CF909-9135-4451-BD34-2FBD243C9CF6}" type="datetimeFigureOut">
              <a:rPr lang="en-US" smtClean="0"/>
              <a:t>8/13/2013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071DE-E30E-49E2-BFC6-C05AF38A18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898071DE-E30E-49E2-BFC6-C05AF38A18A6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545CF909-9135-4451-BD34-2FBD243C9CF6}" type="datetimeFigureOut">
              <a:rPr lang="en-US" smtClean="0"/>
              <a:t>8/13/2013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NZ" sz="7200" dirty="0" smtClean="0"/>
              <a:t>Binary (Bitwise) AND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070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400" smtClean="0"/>
              <a:t>Applying The Subnet Mask – Using a Binary AND</a:t>
            </a:r>
          </a:p>
        </p:txBody>
      </p:sp>
      <p:pic>
        <p:nvPicPr>
          <p:cNvPr id="1024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938" y="2154238"/>
            <a:ext cx="5281612" cy="380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814513" y="3451225"/>
            <a:ext cx="5545137" cy="4873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lIns="82124" tIns="41061" rIns="82124" bIns="41061" anchor="ctr">
            <a:spAutoFit/>
          </a:bodyPr>
          <a:lstStyle/>
          <a:p>
            <a:pPr defTabSz="814388"/>
            <a:endParaRPr lang="en-NZ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17700" y="4410075"/>
            <a:ext cx="5899150" cy="1003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lIns="82124" tIns="41061" rIns="82124" bIns="41061" anchor="ctr">
            <a:spAutoFit/>
          </a:bodyPr>
          <a:lstStyle/>
          <a:p>
            <a:pPr defTabSz="814388"/>
            <a:endParaRPr lang="en-NZ"/>
          </a:p>
        </p:txBody>
      </p:sp>
      <p:sp>
        <p:nvSpPr>
          <p:cNvPr id="10246" name="TextBox 6"/>
          <p:cNvSpPr txBox="1">
            <a:spLocks noChangeArrowheads="1"/>
          </p:cNvSpPr>
          <p:nvPr/>
        </p:nvSpPr>
        <p:spPr bwMode="auto">
          <a:xfrm>
            <a:off x="265113" y="1636713"/>
            <a:ext cx="2057400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000"/>
              <a:t>AND Rules:</a:t>
            </a:r>
          </a:p>
          <a:p>
            <a:r>
              <a:rPr lang="en-US" sz="2000"/>
              <a:t>0+0=0</a:t>
            </a:r>
          </a:p>
          <a:p>
            <a:r>
              <a:rPr lang="en-US" sz="2000"/>
              <a:t>0+1=0</a:t>
            </a:r>
          </a:p>
          <a:p>
            <a:r>
              <a:rPr lang="en-US" sz="2000"/>
              <a:t>1+0=0</a:t>
            </a:r>
          </a:p>
          <a:p>
            <a:r>
              <a:rPr lang="en-US" sz="2000"/>
              <a:t>1+1=1</a:t>
            </a:r>
          </a:p>
        </p:txBody>
      </p:sp>
    </p:spTree>
    <p:extLst>
      <p:ext uri="{BB962C8B-B14F-4D97-AF65-F5344CB8AC3E}">
        <p14:creationId xmlns:p14="http://schemas.microsoft.com/office/powerpoint/2010/main" val="914082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7038" y="2428875"/>
            <a:ext cx="5724525" cy="367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12763" y="1016000"/>
            <a:ext cx="8145462" cy="547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2124" tIns="41061" rIns="82124" bIns="41061" anchor="b"/>
          <a:lstStyle/>
          <a:p>
            <a:pPr algn="l" defTabSz="814388" eaLnBrk="1" hangingPunct="1">
              <a:defRPr/>
            </a:pPr>
            <a:r>
              <a:rPr lang="en-US" b="1" kern="0" dirty="0">
                <a:solidFill>
                  <a:srgbClr val="708CA1"/>
                </a:solidFill>
                <a:latin typeface="+mj-lt"/>
                <a:ea typeface="+mj-ea"/>
                <a:cs typeface="+mj-cs"/>
              </a:rPr>
              <a:t>Applying a Subnet Mask that does not border an octet 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179513" y="3805238"/>
            <a:ext cx="6920879" cy="24622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square" lIns="82124" tIns="41061" rIns="82124" bIns="41061" anchor="ctr">
            <a:spAutoFit/>
          </a:bodyPr>
          <a:lstStyle/>
          <a:p>
            <a:pPr defTabSz="814388"/>
            <a:endParaRPr lang="en-NZ"/>
          </a:p>
        </p:txBody>
      </p:sp>
      <p:sp>
        <p:nvSpPr>
          <p:cNvPr id="11269" name="TextBox 10"/>
          <p:cNvSpPr txBox="1">
            <a:spLocks noChangeArrowheads="1"/>
          </p:cNvSpPr>
          <p:nvPr/>
        </p:nvSpPr>
        <p:spPr bwMode="auto">
          <a:xfrm>
            <a:off x="2138363" y="4262438"/>
            <a:ext cx="1106487" cy="21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NZ" sz="900"/>
              <a:t>Subnet Mask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03588" y="4262438"/>
            <a:ext cx="3894137" cy="230187"/>
          </a:xfrm>
          <a:prstGeom prst="rect">
            <a:avLst/>
          </a:prstGeom>
          <a:solidFill>
            <a:srgbClr val="DBDBDB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>
            <a:spAutoFit/>
          </a:bodyPr>
          <a:lstStyle/>
          <a:p>
            <a:pPr algn="l">
              <a:defRPr/>
            </a:pPr>
            <a:r>
              <a:rPr lang="en-NZ" sz="1000" b="1" dirty="0"/>
              <a:t>      255                     </a:t>
            </a:r>
            <a:r>
              <a:rPr lang="en-NZ" sz="1000" b="1" dirty="0" err="1"/>
              <a:t>255</a:t>
            </a:r>
            <a:r>
              <a:rPr lang="en-NZ" sz="1000" b="1" dirty="0"/>
              <a:t>                     240                     0</a:t>
            </a:r>
          </a:p>
        </p:txBody>
      </p:sp>
    </p:spTree>
    <p:extLst>
      <p:ext uri="{BB962C8B-B14F-4D97-AF65-F5344CB8AC3E}">
        <p14:creationId xmlns:p14="http://schemas.microsoft.com/office/powerpoint/2010/main" val="3311407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3</TotalTime>
  <Words>86</Words>
  <Application>Microsoft Office PowerPoint</Application>
  <PresentationFormat>On-screen Show (4:3)</PresentationFormat>
  <Paragraphs>16</Paragraphs>
  <Slides>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Adjacency</vt:lpstr>
      <vt:lpstr>Binary (Bitwise) AND</vt:lpstr>
      <vt:lpstr>Applying The Subnet Mask – Using a Binary AND</vt:lpstr>
      <vt:lpstr>PowerPoint Presentation</vt:lpstr>
    </vt:vector>
  </TitlesOfParts>
  <Company>Otago Polytechnic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Binary (Bitwise) AND</dc:title>
  <dc:creator>Hamish Smith</dc:creator>
  <cp:lastModifiedBy>Hamish Smith</cp:lastModifiedBy>
  <cp:revision>2</cp:revision>
  <dcterms:created xsi:type="dcterms:W3CDTF">2013-08-12T23:40:21Z</dcterms:created>
  <dcterms:modified xsi:type="dcterms:W3CDTF">2013-08-12T23:44:13Z</dcterms:modified>
</cp:coreProperties>
</file>