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ppt/tags/tag3.xml" ContentType="application/vnd.openxmlformats-officedocument.presentationml.tags+xml"/>
  <Override PartName="/ppt/notesSlides/notesSlide2.xml" ContentType="application/vnd.openxmlformats-officedocument.presentationml.notesSlide+xml"/>
  <Override PartName="/ppt/tags/tag4.xml" ContentType="application/vnd.openxmlformats-officedocument.presentationml.tags+xml"/>
  <Override PartName="/ppt/notesSlides/notesSlide3.xml" ContentType="application/vnd.openxmlformats-officedocument.presentationml.notesSlide+xml"/>
  <Override PartName="/ppt/tags/tag5.xml" ContentType="application/vnd.openxmlformats-officedocument.presentationml.tag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tags/tag6.xml" ContentType="application/vnd.openxmlformats-officedocument.presentationml.tags+xml"/>
  <Override PartName="/ppt/notesSlides/notesSlide11.xml" ContentType="application/vnd.openxmlformats-officedocument.presentationml.notesSlide+xml"/>
  <Override PartName="/ppt/tags/tag7.xml" ContentType="application/vnd.openxmlformats-officedocument.presentationml.tags+xml"/>
  <Override PartName="/ppt/notesSlides/notesSlide12.xml" ContentType="application/vnd.openxmlformats-officedocument.presentationml.notesSlide+xml"/>
  <Override PartName="/ppt/tags/tag8.xml" ContentType="application/vnd.openxmlformats-officedocument.presentationml.tags+xml"/>
  <Override PartName="/ppt/notesSlides/notesSlide13.xml" ContentType="application/vnd.openxmlformats-officedocument.presentationml.notesSlide+xml"/>
  <Override PartName="/ppt/tags/tag9.xml" ContentType="application/vnd.openxmlformats-officedocument.presentationml.tags+xml"/>
  <Override PartName="/ppt/notesSlides/notesSlide14.xml" ContentType="application/vnd.openxmlformats-officedocument.presentationml.notesSlide+xml"/>
  <Override PartName="/ppt/tags/tag10.xml" ContentType="application/vnd.openxmlformats-officedocument.presentationml.tags+xml"/>
  <Override PartName="/ppt/notesSlides/notesSlide15.xml" ContentType="application/vnd.openxmlformats-officedocument.presentationml.notesSlide+xml"/>
  <Override PartName="/ppt/tags/tag11.xml" ContentType="application/vnd.openxmlformats-officedocument.presentationml.tags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tags/tag12.xml" ContentType="application/vnd.openxmlformats-officedocument.presentationml.tags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tags/tag13.xml" ContentType="application/vnd.openxmlformats-officedocument.presentationml.tags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tags/tag14.xml" ContentType="application/vnd.openxmlformats-officedocument.presentationml.tags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00" r:id="rId1"/>
  </p:sldMasterIdLst>
  <p:notesMasterIdLst>
    <p:notesMasterId r:id="rId42"/>
  </p:notesMasterIdLst>
  <p:sldIdLst>
    <p:sldId id="876" r:id="rId2"/>
    <p:sldId id="925" r:id="rId3"/>
    <p:sldId id="759" r:id="rId4"/>
    <p:sldId id="628" r:id="rId5"/>
    <p:sldId id="926" r:id="rId6"/>
    <p:sldId id="1059" r:id="rId7"/>
    <p:sldId id="1060" r:id="rId8"/>
    <p:sldId id="1061" r:id="rId9"/>
    <p:sldId id="1062" r:id="rId10"/>
    <p:sldId id="1123" r:id="rId11"/>
    <p:sldId id="927" r:id="rId12"/>
    <p:sldId id="788" r:id="rId13"/>
    <p:sldId id="1070" r:id="rId14"/>
    <p:sldId id="1124" r:id="rId15"/>
    <p:sldId id="1071" r:id="rId16"/>
    <p:sldId id="886" r:id="rId17"/>
    <p:sldId id="936" r:id="rId18"/>
    <p:sldId id="1072" r:id="rId19"/>
    <p:sldId id="1074" r:id="rId20"/>
    <p:sldId id="1075" r:id="rId21"/>
    <p:sldId id="1125" r:id="rId22"/>
    <p:sldId id="1076" r:id="rId23"/>
    <p:sldId id="942" r:id="rId24"/>
    <p:sldId id="957" r:id="rId25"/>
    <p:sldId id="1126" r:id="rId26"/>
    <p:sldId id="1078" r:id="rId27"/>
    <p:sldId id="1079" r:id="rId28"/>
    <p:sldId id="1081" r:id="rId29"/>
    <p:sldId id="952" r:id="rId30"/>
    <p:sldId id="966" r:id="rId31"/>
    <p:sldId id="1082" r:id="rId32"/>
    <p:sldId id="1083" r:id="rId33"/>
    <p:sldId id="1127" r:id="rId34"/>
    <p:sldId id="1086" r:id="rId35"/>
    <p:sldId id="1087" r:id="rId36"/>
    <p:sldId id="980" r:id="rId37"/>
    <p:sldId id="1107" r:id="rId38"/>
    <p:sldId id="1129" r:id="rId39"/>
    <p:sldId id="1130" r:id="rId40"/>
    <p:sldId id="1121" r:id="rId41"/>
  </p:sldIdLst>
  <p:sldSz cx="9144000" cy="5143500" type="screen16x9"/>
  <p:notesSz cx="6858000" cy="9144000"/>
  <p:custDataLst>
    <p:tags r:id="rId43"/>
  </p:custDataLst>
  <p:defaultTextStyle>
    <a:defPPr>
      <a:defRPr lang="en-US"/>
    </a:defPPr>
    <a:lvl1pPr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ＭＳ Ｐゴシック" pitchFamily="34" charset="-128"/>
        <a:cs typeface="+mn-cs"/>
      </a:defRPr>
    </a:lvl1pPr>
    <a:lvl2pPr marL="4572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ＭＳ Ｐゴシック" pitchFamily="34" charset="-128"/>
        <a:cs typeface="+mn-cs"/>
      </a:defRPr>
    </a:lvl2pPr>
    <a:lvl3pPr marL="9144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ＭＳ Ｐゴシック" pitchFamily="34" charset="-128"/>
        <a:cs typeface="+mn-cs"/>
      </a:defRPr>
    </a:lvl3pPr>
    <a:lvl4pPr marL="13716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ＭＳ Ｐゴシック" pitchFamily="34" charset="-128"/>
        <a:cs typeface="+mn-cs"/>
      </a:defRPr>
    </a:lvl4pPr>
    <a:lvl5pPr marL="18288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ＭＳ Ｐゴシック" pitchFamily="34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ＭＳ Ｐゴシック" pitchFamily="34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ＭＳ Ｐゴシック" pitchFamily="34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ＭＳ Ｐゴシック" pitchFamily="34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ＭＳ Ｐゴシック" pitchFamily="34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336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Barbara Reif" initials="BR" lastIdx="3" clrIdx="0"/>
  <p:cmAuthor id="1" name="Jane Gibbons -X (jagibbon - DEL ORO CONSULTING INC at Cisco)" initials="JG-(-DOCIaC" lastIdx="28" clrIdx="1"/>
  <p:cmAuthor id="2" name="Bob Vachon" initials="BV" lastIdx="24" clrIdx="2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00"/>
    <a:srgbClr val="0000CC"/>
    <a:srgbClr val="000099"/>
    <a:srgbClr val="CC99FF"/>
    <a:srgbClr val="CCCC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7913" autoAdjust="0"/>
    <p:restoredTop sz="84965" autoAdjust="0"/>
  </p:normalViewPr>
  <p:slideViewPr>
    <p:cSldViewPr snapToGrid="0" showGuides="1">
      <p:cViewPr varScale="1">
        <p:scale>
          <a:sx n="120" d="100"/>
          <a:sy n="120" d="100"/>
        </p:scale>
        <p:origin x="1710" y="108"/>
      </p:cViewPr>
      <p:guideLst>
        <p:guide orient="horz" pos="1620"/>
        <p:guide pos="336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11" d="100"/>
        <a:sy n="111" d="100"/>
      </p:scale>
      <p:origin x="0" y="-512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notesMaster" Target="notesMasters/notesMaster1.xml"/><Relationship Id="rId47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commentAuthors" Target="commentAuthor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ags" Target="tags/tag1.xml"/><Relationship Id="rId4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36337D9-3022-3D41-8D8A-BDF2F3B0DD8E}" type="datetimeFigureOut">
              <a:rPr lang="en-US" smtClean="0"/>
              <a:t>4/3/2024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641018C-6CAF-B84E-B92C-ECB119457FBA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375648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3" Type="http://schemas.openxmlformats.org/officeDocument/2006/relationships/hyperlink" Target="https://en.wikipedia.org/wiki/Protocol_data_unit" TargetMode="External"/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Relationship Id="rId4" Type="http://schemas.openxmlformats.org/officeDocument/2006/relationships/hyperlink" Target="https://en.wikipedia.org/wiki/Network_layer" TargetMode="Externa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FontTx/>
              <a:buNone/>
            </a:pPr>
            <a:r>
              <a:rPr lang="en-US" b="0" dirty="0"/>
              <a:t>Cisco Networking Academy Program</a:t>
            </a:r>
          </a:p>
          <a:p>
            <a:pPr>
              <a:buFontTx/>
              <a:buNone/>
            </a:pPr>
            <a:r>
              <a:rPr lang="en-US" b="0" dirty="0"/>
              <a:t>Introduction to Networks v7.0 (ITN)</a:t>
            </a:r>
          </a:p>
          <a:p>
            <a:pPr>
              <a:buFontTx/>
              <a:buNone/>
            </a:pPr>
            <a:r>
              <a:rPr lang="en-US" sz="1200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Module 8: Network Layer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641018C-6CAF-B84E-B92C-ECB119457FBA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0811875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11"/>
          <p:cNvSpPr txBox="1">
            <a:spLocks noGrp="1" noChangeArrowheads="1"/>
          </p:cNvSpPr>
          <p:nvPr/>
        </p:nvSpPr>
        <p:spPr bwMode="auto">
          <a:xfrm>
            <a:off x="5929313" y="8680450"/>
            <a:ext cx="812800" cy="287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8819" tIns="0" rIns="18819" bIns="0" anchor="b"/>
          <a:lstStyle>
            <a:lvl1pPr defTabSz="903288" eaLnBrk="0" hangingPunct="0"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defTabSz="903288" eaLnBrk="0" hangingPunct="0"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defTabSz="903288" eaLnBrk="0" hangingPunct="0"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defTabSz="903288" eaLnBrk="0" hangingPunct="0"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defTabSz="903288" eaLnBrk="0" hangingPunct="0"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defTabSz="903288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defTabSz="903288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defTabSz="903288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defTabSz="903288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r"/>
            <a:fld id="{0A313ED8-785B-4D16-9B17-4143385249B9}" type="slidenum">
              <a:rPr lang="en-US" sz="800" b="0"/>
              <a:pPr algn="r"/>
              <a:t>2</a:t>
            </a:fld>
            <a:endParaRPr lang="en-US" sz="800" b="0" dirty="0"/>
          </a:p>
        </p:txBody>
      </p:sp>
      <p:sp>
        <p:nvSpPr>
          <p:cNvPr id="2048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048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buFontTx/>
              <a:buNone/>
            </a:pPr>
            <a:r>
              <a:rPr lang="en-US" sz="1200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8</a:t>
            </a:r>
            <a:r>
              <a:rPr lang="en-US" sz="1200" baseline="0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 – </a:t>
            </a:r>
            <a:r>
              <a:rPr lang="en-US" sz="1200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Network Layer</a:t>
            </a:r>
            <a:endParaRPr lang="en-US" dirty="0"/>
          </a:p>
          <a:p>
            <a:pPr>
              <a:buFontTx/>
              <a:buNone/>
            </a:pPr>
            <a:r>
              <a:rPr lang="en-US" sz="1200" b="0" dirty="0"/>
              <a:t>8.0 – Introduction</a:t>
            </a:r>
            <a:endParaRPr lang="en-GB" b="0" dirty="0"/>
          </a:p>
          <a:p>
            <a:pPr>
              <a:lnSpc>
                <a:spcPct val="80000"/>
              </a:lnSpc>
              <a:buFontTx/>
              <a:buNone/>
            </a:pPr>
            <a:r>
              <a:rPr lang="en-US" sz="1200" kern="1200" dirty="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rPr>
              <a:t>8.0.2 –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What</a:t>
            </a:r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will I learn to do in this module?</a:t>
            </a:r>
            <a:endParaRPr lang="en-US" sz="1200" kern="1200" dirty="0">
              <a:solidFill>
                <a:schemeClr val="tx1"/>
              </a:solidFill>
              <a:latin typeface="Arial" charset="0"/>
              <a:ea typeface="ＭＳ Ｐゴシック" charset="0"/>
              <a:cs typeface="ＭＳ Ｐゴシック" charset="0"/>
            </a:endParaRP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58792403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FontTx/>
              <a:buNone/>
            </a:pPr>
            <a:r>
              <a:rPr lang="en-US" sz="1200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8</a:t>
            </a:r>
            <a:r>
              <a:rPr lang="en-US" sz="1200" baseline="0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 – </a:t>
            </a:r>
            <a:r>
              <a:rPr lang="en-US" sz="1200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Network Layer</a:t>
            </a:r>
            <a:endParaRPr lang="en-US" dirty="0"/>
          </a:p>
          <a:p>
            <a:pPr>
              <a:buFontTx/>
              <a:buNone/>
            </a:pPr>
            <a:r>
              <a:rPr lang="en-US" sz="1200" b="0" dirty="0"/>
              <a:t>8.1 – </a:t>
            </a:r>
            <a:r>
              <a:rPr lang="en-US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Network Layer Characteristics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641018C-6CAF-B84E-B92C-ECB119457FBA}" type="slidenum">
              <a:rPr lang="en-US" smtClean="0"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2552962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42" name="Rectangle 11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88265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defTabSz="88265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defTabSz="88265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defTabSz="88265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defTabSz="88265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algn="ctr" defTabSz="88265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algn="ctr" defTabSz="88265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algn="ctr" defTabSz="88265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algn="ctr" defTabSz="88265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fld id="{04267211-205D-47E8-9F29-7E4C01D43DC3}" type="slidenum">
              <a:rPr lang="en-US" altLang="en-US" sz="800" smtClean="0"/>
              <a:pPr/>
              <a:t>4</a:t>
            </a:fld>
            <a:endParaRPr lang="en-US" altLang="en-US" sz="800" dirty="0"/>
          </a:p>
        </p:txBody>
      </p:sp>
      <p:sp>
        <p:nvSpPr>
          <p:cNvPr id="11264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264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buFontTx/>
              <a:buNone/>
            </a:pPr>
            <a:r>
              <a:rPr lang="en-US" sz="1200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8</a:t>
            </a:r>
            <a:r>
              <a:rPr lang="en-US" sz="1200" baseline="0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 – </a:t>
            </a:r>
            <a:r>
              <a:rPr lang="en-US" sz="1200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Network Layer</a:t>
            </a:r>
            <a:endParaRPr lang="en-US" dirty="0"/>
          </a:p>
          <a:p>
            <a:pPr>
              <a:buFontTx/>
              <a:buNone/>
            </a:pPr>
            <a:r>
              <a:rPr lang="en-US" sz="1200" b="0" dirty="0"/>
              <a:t>8.1 – </a:t>
            </a:r>
            <a:r>
              <a:rPr lang="en-US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Network Layer Characteristics</a:t>
            </a:r>
            <a:endParaRPr lang="en-US" dirty="0"/>
          </a:p>
          <a:p>
            <a:pPr>
              <a:lnSpc>
                <a:spcPct val="80000"/>
              </a:lnSpc>
              <a:buFontTx/>
              <a:buNone/>
            </a:pPr>
            <a:r>
              <a:rPr lang="en-US" sz="1200" kern="1200" dirty="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rPr>
              <a:t>8.1.1 –  </a:t>
            </a:r>
            <a:r>
              <a:rPr lang="en-US" altLang="en-US" dirty="0"/>
              <a:t>The Network Layer</a:t>
            </a:r>
            <a:endParaRPr lang="en-US" sz="1200" kern="1200" dirty="0">
              <a:solidFill>
                <a:schemeClr val="tx1"/>
              </a:solidFill>
              <a:latin typeface="Arial" charset="0"/>
              <a:ea typeface="ＭＳ Ｐゴシック" charset="0"/>
              <a:cs typeface="ＭＳ Ｐゴシック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2519018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42" name="Rectangle 11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88265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defTabSz="88265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defTabSz="88265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defTabSz="88265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defTabSz="88265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algn="ctr" defTabSz="88265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algn="ctr" defTabSz="88265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algn="ctr" defTabSz="88265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algn="ctr" defTabSz="88265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fld id="{04267211-205D-47E8-9F29-7E4C01D43DC3}" type="slidenum">
              <a:rPr lang="en-US" altLang="en-US" sz="800" smtClean="0">
                <a:solidFill>
                  <a:prstClr val="black"/>
                </a:solidFill>
              </a:rPr>
              <a:pPr/>
              <a:t>5</a:t>
            </a:fld>
            <a:endParaRPr lang="en-US" altLang="en-US" sz="800" dirty="0">
              <a:solidFill>
                <a:prstClr val="black"/>
              </a:solidFill>
            </a:endParaRPr>
          </a:p>
        </p:txBody>
      </p:sp>
      <p:sp>
        <p:nvSpPr>
          <p:cNvPr id="11264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264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buFontTx/>
              <a:buNone/>
            </a:pPr>
            <a:r>
              <a:rPr lang="en-US" sz="1200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8</a:t>
            </a:r>
            <a:r>
              <a:rPr lang="en-US" sz="1200" baseline="0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 – </a:t>
            </a:r>
            <a:r>
              <a:rPr lang="en-US" sz="1200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Network Layer</a:t>
            </a:r>
            <a:endParaRPr lang="en-US" dirty="0"/>
          </a:p>
          <a:p>
            <a:pPr>
              <a:buFontTx/>
              <a:buNone/>
            </a:pPr>
            <a:r>
              <a:rPr lang="en-US" sz="1200" b="0" dirty="0"/>
              <a:t>8.1 – </a:t>
            </a:r>
            <a:r>
              <a:rPr lang="en-US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Network Layer Characteristics</a:t>
            </a:r>
            <a:endParaRPr lang="en-US" dirty="0"/>
          </a:p>
          <a:p>
            <a:pPr>
              <a:lnSpc>
                <a:spcPct val="80000"/>
              </a:lnSpc>
              <a:buFontTx/>
              <a:buNone/>
            </a:pPr>
            <a:r>
              <a:rPr lang="en-US" dirty="0">
                <a:latin typeface="Arial" charset="0"/>
              </a:rPr>
              <a:t>8.1.2</a:t>
            </a:r>
            <a:r>
              <a:rPr lang="en-US" baseline="0" dirty="0">
                <a:latin typeface="Arial" charset="0"/>
              </a:rPr>
              <a:t> </a:t>
            </a:r>
            <a:r>
              <a:rPr lang="en-US" sz="1200" b="0" dirty="0"/>
              <a:t>– </a:t>
            </a:r>
            <a:r>
              <a:rPr lang="en-US" altLang="en-US" dirty="0"/>
              <a:t>IP Encapsulation</a:t>
            </a:r>
            <a:endParaRPr lang="en-US" baseline="0" dirty="0">
              <a:latin typeface="Arial" charset="0"/>
            </a:endParaRPr>
          </a:p>
          <a:p>
            <a:pPr>
              <a:lnSpc>
                <a:spcPct val="80000"/>
              </a:lnSpc>
              <a:buFontTx/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8533593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42" name="Rectangle 11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88265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defTabSz="88265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defTabSz="88265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defTabSz="88265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defTabSz="88265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algn="ctr" defTabSz="88265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algn="ctr" defTabSz="88265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algn="ctr" defTabSz="88265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algn="ctr" defTabSz="88265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fld id="{04267211-205D-47E8-9F29-7E4C01D43DC3}" type="slidenum">
              <a:rPr lang="en-US" altLang="en-US" sz="800" smtClean="0">
                <a:solidFill>
                  <a:prstClr val="black"/>
                </a:solidFill>
              </a:rPr>
              <a:pPr/>
              <a:t>6</a:t>
            </a:fld>
            <a:endParaRPr lang="en-US" altLang="en-US" sz="800" dirty="0">
              <a:solidFill>
                <a:prstClr val="black"/>
              </a:solidFill>
            </a:endParaRPr>
          </a:p>
        </p:txBody>
      </p:sp>
      <p:sp>
        <p:nvSpPr>
          <p:cNvPr id="11264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264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buFontTx/>
              <a:buNone/>
            </a:pPr>
            <a:r>
              <a:rPr lang="en-US" sz="1200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8</a:t>
            </a:r>
            <a:r>
              <a:rPr lang="en-US" sz="1200" baseline="0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 – </a:t>
            </a:r>
            <a:r>
              <a:rPr lang="en-US" sz="1200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Network Layer</a:t>
            </a:r>
            <a:endParaRPr lang="en-US" dirty="0"/>
          </a:p>
          <a:p>
            <a:pPr>
              <a:buFontTx/>
              <a:buNone/>
            </a:pPr>
            <a:r>
              <a:rPr lang="en-US" sz="1200" b="0" dirty="0"/>
              <a:t>8.1 – </a:t>
            </a:r>
            <a:r>
              <a:rPr lang="en-US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Network Layer Characteristics</a:t>
            </a:r>
            <a:endParaRPr lang="en-US" dirty="0"/>
          </a:p>
          <a:p>
            <a:pPr>
              <a:lnSpc>
                <a:spcPct val="80000"/>
              </a:lnSpc>
              <a:buFontTx/>
              <a:buNone/>
            </a:pPr>
            <a:r>
              <a:rPr lang="en-US" dirty="0">
                <a:latin typeface="Arial" charset="0"/>
              </a:rPr>
              <a:t>8.1.3</a:t>
            </a:r>
            <a:r>
              <a:rPr lang="en-US" baseline="0" dirty="0">
                <a:latin typeface="Arial" charset="0"/>
              </a:rPr>
              <a:t> </a:t>
            </a:r>
            <a:r>
              <a:rPr lang="en-US" sz="1200" b="0" dirty="0"/>
              <a:t>– </a:t>
            </a:r>
            <a:r>
              <a:rPr lang="en-US" altLang="en-US" dirty="0"/>
              <a:t>Characteristics of IP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8533593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42" name="Rectangle 11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88265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defTabSz="88265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defTabSz="88265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defTabSz="88265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defTabSz="88265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algn="ctr" defTabSz="88265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algn="ctr" defTabSz="88265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algn="ctr" defTabSz="88265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algn="ctr" defTabSz="88265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fld id="{04267211-205D-47E8-9F29-7E4C01D43DC3}" type="slidenum">
              <a:rPr lang="en-US" altLang="en-US" sz="800" smtClean="0">
                <a:solidFill>
                  <a:prstClr val="black"/>
                </a:solidFill>
              </a:rPr>
              <a:pPr/>
              <a:t>7</a:t>
            </a:fld>
            <a:endParaRPr lang="en-US" altLang="en-US" sz="800" dirty="0">
              <a:solidFill>
                <a:prstClr val="black"/>
              </a:solidFill>
            </a:endParaRPr>
          </a:p>
        </p:txBody>
      </p:sp>
      <p:sp>
        <p:nvSpPr>
          <p:cNvPr id="11264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264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buFontTx/>
              <a:buNone/>
            </a:pPr>
            <a:r>
              <a:rPr lang="en-US" sz="1200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8</a:t>
            </a:r>
            <a:r>
              <a:rPr lang="en-US" sz="1200" baseline="0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 – </a:t>
            </a:r>
            <a:r>
              <a:rPr lang="en-US" sz="1200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Network Layer</a:t>
            </a:r>
            <a:endParaRPr lang="en-US" dirty="0"/>
          </a:p>
          <a:p>
            <a:pPr>
              <a:buFontTx/>
              <a:buNone/>
            </a:pPr>
            <a:r>
              <a:rPr lang="en-US" sz="1200" b="0" dirty="0"/>
              <a:t>8.1 – </a:t>
            </a:r>
            <a:r>
              <a:rPr lang="en-US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Network Layer Characteristics</a:t>
            </a:r>
            <a:endParaRPr lang="en-US" dirty="0"/>
          </a:p>
          <a:p>
            <a:pPr>
              <a:lnSpc>
                <a:spcPct val="80000"/>
              </a:lnSpc>
              <a:buFontTx/>
              <a:buNone/>
            </a:pPr>
            <a:r>
              <a:rPr lang="en-US" dirty="0">
                <a:latin typeface="Arial" charset="0"/>
              </a:rPr>
              <a:t>8.1.4</a:t>
            </a:r>
            <a:r>
              <a:rPr lang="en-US" baseline="0" dirty="0">
                <a:latin typeface="Arial" charset="0"/>
              </a:rPr>
              <a:t> </a:t>
            </a:r>
            <a:r>
              <a:rPr lang="en-US" sz="1200" b="0" dirty="0"/>
              <a:t>– </a:t>
            </a:r>
            <a:r>
              <a:rPr lang="en-US" altLang="en-US" dirty="0"/>
              <a:t>Connectionless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8533593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42" name="Rectangle 11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88265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defTabSz="88265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defTabSz="88265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defTabSz="88265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defTabSz="88265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algn="ctr" defTabSz="88265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algn="ctr" defTabSz="88265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algn="ctr" defTabSz="88265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algn="ctr" defTabSz="88265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fld id="{04267211-205D-47E8-9F29-7E4C01D43DC3}" type="slidenum">
              <a:rPr lang="en-US" altLang="en-US" sz="800" smtClean="0">
                <a:solidFill>
                  <a:prstClr val="black"/>
                </a:solidFill>
              </a:rPr>
              <a:pPr/>
              <a:t>8</a:t>
            </a:fld>
            <a:endParaRPr lang="en-US" altLang="en-US" sz="800" dirty="0">
              <a:solidFill>
                <a:prstClr val="black"/>
              </a:solidFill>
            </a:endParaRPr>
          </a:p>
        </p:txBody>
      </p:sp>
      <p:sp>
        <p:nvSpPr>
          <p:cNvPr id="11264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264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buFontTx/>
              <a:buNone/>
            </a:pPr>
            <a:r>
              <a:rPr lang="en-US" sz="1200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8</a:t>
            </a:r>
            <a:r>
              <a:rPr lang="en-US" sz="1200" baseline="0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 – </a:t>
            </a:r>
            <a:r>
              <a:rPr lang="en-US" sz="1200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Network Layer</a:t>
            </a:r>
            <a:endParaRPr lang="en-US" dirty="0"/>
          </a:p>
          <a:p>
            <a:pPr>
              <a:buFontTx/>
              <a:buNone/>
            </a:pPr>
            <a:r>
              <a:rPr lang="en-US" sz="1200" b="0" dirty="0"/>
              <a:t>8.1 – </a:t>
            </a:r>
            <a:r>
              <a:rPr lang="en-US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Network Layer Characteristics</a:t>
            </a:r>
            <a:endParaRPr lang="en-US" dirty="0"/>
          </a:p>
          <a:p>
            <a:pPr>
              <a:lnSpc>
                <a:spcPct val="80000"/>
              </a:lnSpc>
              <a:buFontTx/>
              <a:buNone/>
            </a:pPr>
            <a:r>
              <a:rPr lang="en-US" dirty="0">
                <a:latin typeface="Arial" charset="0"/>
              </a:rPr>
              <a:t>8.1.5</a:t>
            </a:r>
            <a:r>
              <a:rPr lang="en-US" baseline="0" dirty="0">
                <a:latin typeface="Arial" charset="0"/>
              </a:rPr>
              <a:t> </a:t>
            </a:r>
            <a:r>
              <a:rPr lang="en-US" sz="1200" b="0" dirty="0"/>
              <a:t>– </a:t>
            </a:r>
            <a:r>
              <a:rPr lang="en-US" altLang="en-US" dirty="0"/>
              <a:t>Best Effort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8533593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42" name="Rectangle 11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88265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defTabSz="88265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defTabSz="88265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defTabSz="88265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defTabSz="88265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algn="ctr" defTabSz="88265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algn="ctr" defTabSz="88265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algn="ctr" defTabSz="88265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algn="ctr" defTabSz="88265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fld id="{04267211-205D-47E8-9F29-7E4C01D43DC3}" type="slidenum">
              <a:rPr lang="en-US" altLang="en-US" sz="800" smtClean="0">
                <a:solidFill>
                  <a:prstClr val="black"/>
                </a:solidFill>
              </a:rPr>
              <a:pPr/>
              <a:t>9</a:t>
            </a:fld>
            <a:endParaRPr lang="en-US" altLang="en-US" sz="800" dirty="0">
              <a:solidFill>
                <a:prstClr val="black"/>
              </a:solidFill>
            </a:endParaRPr>
          </a:p>
        </p:txBody>
      </p:sp>
      <p:sp>
        <p:nvSpPr>
          <p:cNvPr id="11264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264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buFontTx/>
              <a:buNone/>
            </a:pPr>
            <a:r>
              <a:rPr lang="en-US" sz="1200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8</a:t>
            </a:r>
            <a:r>
              <a:rPr lang="en-US" sz="1200" baseline="0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 – </a:t>
            </a:r>
            <a:r>
              <a:rPr lang="en-US" sz="1200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Network Layer</a:t>
            </a:r>
            <a:endParaRPr lang="en-US" dirty="0"/>
          </a:p>
          <a:p>
            <a:pPr>
              <a:buFontTx/>
              <a:buNone/>
            </a:pPr>
            <a:r>
              <a:rPr lang="en-US" sz="1200" b="0" dirty="0"/>
              <a:t>8.1 – </a:t>
            </a:r>
            <a:r>
              <a:rPr lang="en-US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Network Layer Characteristics</a:t>
            </a:r>
            <a:endParaRPr lang="en-US" dirty="0"/>
          </a:p>
          <a:p>
            <a:pPr>
              <a:lnSpc>
                <a:spcPct val="80000"/>
              </a:lnSpc>
              <a:buFontTx/>
              <a:buNone/>
            </a:pPr>
            <a:r>
              <a:rPr lang="en-US" dirty="0">
                <a:latin typeface="Arial" charset="0"/>
              </a:rPr>
              <a:t>8.1.6</a:t>
            </a:r>
            <a:r>
              <a:rPr lang="en-US" baseline="0" dirty="0">
                <a:latin typeface="Arial" charset="0"/>
              </a:rPr>
              <a:t> </a:t>
            </a:r>
            <a:r>
              <a:rPr lang="en-US" sz="1200" b="0" dirty="0"/>
              <a:t>–</a:t>
            </a:r>
            <a:r>
              <a:rPr lang="en-US" sz="1200" b="0" baseline="0" dirty="0"/>
              <a:t> </a:t>
            </a:r>
            <a:r>
              <a:rPr lang="en-US" altLang="en-US" dirty="0"/>
              <a:t>Media Independent</a:t>
            </a:r>
            <a:endParaRPr lang="en-US" sz="1200" b="0" dirty="0"/>
          </a:p>
          <a:p>
            <a:pPr>
              <a:buFontTx/>
              <a:buNone/>
            </a:pPr>
            <a:r>
              <a:rPr lang="en-US" dirty="0"/>
              <a:t>8.1.7</a:t>
            </a:r>
            <a:r>
              <a:rPr lang="en-US" baseline="0" dirty="0"/>
              <a:t> </a:t>
            </a:r>
            <a:r>
              <a:rPr lang="en-US" sz="1200" dirty="0">
                <a:effectLst/>
              </a:rPr>
              <a:t>Check Your Understanding – </a:t>
            </a:r>
            <a:r>
              <a:rPr lang="en-US" sz="1200" dirty="0">
                <a:solidFill>
                  <a:schemeClr val="accent5">
                    <a:lumMod val="40000"/>
                    <a:lumOff val="60000"/>
                  </a:schemeClr>
                </a:solidFill>
                <a:effectLst/>
              </a:rPr>
              <a:t>IP</a:t>
            </a:r>
            <a:r>
              <a:rPr lang="en-US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 Characteristics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8533593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42" name="Rectangle 11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88265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defTabSz="88265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defTabSz="88265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defTabSz="88265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defTabSz="88265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algn="ctr" defTabSz="88265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algn="ctr" defTabSz="88265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algn="ctr" defTabSz="88265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algn="ctr" defTabSz="88265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fld id="{04267211-205D-47E8-9F29-7E4C01D43DC3}" type="slidenum">
              <a:rPr lang="en-US" altLang="en-US" sz="800" smtClean="0">
                <a:solidFill>
                  <a:prstClr val="black"/>
                </a:solidFill>
              </a:rPr>
              <a:pPr/>
              <a:t>10</a:t>
            </a:fld>
            <a:endParaRPr lang="en-US" altLang="en-US" sz="800" dirty="0">
              <a:solidFill>
                <a:prstClr val="black"/>
              </a:solidFill>
            </a:endParaRPr>
          </a:p>
        </p:txBody>
      </p:sp>
      <p:sp>
        <p:nvSpPr>
          <p:cNvPr id="11264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264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buFontTx/>
              <a:buNone/>
            </a:pPr>
            <a:r>
              <a:rPr lang="en-US" sz="1200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8</a:t>
            </a:r>
            <a:r>
              <a:rPr lang="en-US" sz="1200" baseline="0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 – </a:t>
            </a:r>
            <a:r>
              <a:rPr lang="en-US" sz="1200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Network Layer</a:t>
            </a:r>
            <a:endParaRPr lang="en-US" dirty="0"/>
          </a:p>
          <a:p>
            <a:pPr>
              <a:buFontTx/>
              <a:buNone/>
            </a:pPr>
            <a:r>
              <a:rPr lang="en-US" sz="1200" b="0" dirty="0"/>
              <a:t>8.1 – </a:t>
            </a:r>
            <a:r>
              <a:rPr lang="en-US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Network Layer Characteristics</a:t>
            </a:r>
            <a:endParaRPr lang="en-US" dirty="0"/>
          </a:p>
          <a:p>
            <a:pPr>
              <a:lnSpc>
                <a:spcPct val="80000"/>
              </a:lnSpc>
              <a:buFontTx/>
              <a:buNone/>
            </a:pPr>
            <a:r>
              <a:rPr lang="en-US" dirty="0">
                <a:latin typeface="Arial" charset="0"/>
              </a:rPr>
              <a:t>8.1.6</a:t>
            </a:r>
            <a:r>
              <a:rPr lang="en-US" baseline="0" dirty="0">
                <a:latin typeface="Arial" charset="0"/>
              </a:rPr>
              <a:t> </a:t>
            </a:r>
            <a:r>
              <a:rPr lang="en-US" sz="1200" b="0" dirty="0"/>
              <a:t>–</a:t>
            </a:r>
            <a:r>
              <a:rPr lang="en-US" sz="1200" b="0" baseline="0" dirty="0"/>
              <a:t> </a:t>
            </a:r>
            <a:r>
              <a:rPr lang="en-US" altLang="en-US" dirty="0"/>
              <a:t>Media Independent</a:t>
            </a:r>
            <a:endParaRPr lang="en-US" sz="1200" b="0" dirty="0"/>
          </a:p>
          <a:p>
            <a:pPr>
              <a:buFontTx/>
              <a:buNone/>
            </a:pPr>
            <a:r>
              <a:rPr lang="en-US" dirty="0"/>
              <a:t>8.1.7</a:t>
            </a:r>
            <a:r>
              <a:rPr lang="en-US" baseline="0" dirty="0"/>
              <a:t> </a:t>
            </a:r>
            <a:r>
              <a:rPr lang="en-US" sz="1200" dirty="0">
                <a:effectLst/>
              </a:rPr>
              <a:t>Check Your Understanding – </a:t>
            </a:r>
            <a:r>
              <a:rPr lang="en-US" sz="1200" dirty="0">
                <a:solidFill>
                  <a:schemeClr val="accent5">
                    <a:lumMod val="40000"/>
                    <a:lumOff val="60000"/>
                  </a:schemeClr>
                </a:solidFill>
                <a:effectLst/>
              </a:rPr>
              <a:t>IP</a:t>
            </a:r>
            <a:r>
              <a:rPr lang="en-US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 Characteristics</a:t>
            </a:r>
          </a:p>
          <a:p>
            <a:pPr>
              <a:buFontTx/>
              <a:buNone/>
            </a:pPr>
            <a:r>
              <a:rPr lang="en-NZ" b="0" i="0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the </a:t>
            </a:r>
            <a:r>
              <a:rPr lang="en-NZ" b="1" i="0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maximum transmission unit</a:t>
            </a:r>
            <a:r>
              <a:rPr lang="en-NZ" b="0" i="0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 (</a:t>
            </a:r>
            <a:r>
              <a:rPr lang="en-NZ" b="1" i="0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MTU</a:t>
            </a:r>
            <a:r>
              <a:rPr lang="en-NZ" b="0" i="0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) is the size of the largest </a:t>
            </a:r>
            <a:r>
              <a:rPr lang="en-NZ" b="0" i="0" u="none" strike="noStrike" dirty="0">
                <a:solidFill>
                  <a:srgbClr val="3366CC"/>
                </a:solidFill>
                <a:effectLst/>
                <a:latin typeface="Arial" panose="020B0604020202020204" pitchFamily="34" charset="0"/>
                <a:hlinkClick r:id="rId3" tooltip="Protocol data unit"/>
              </a:rPr>
              <a:t>protocol data unit</a:t>
            </a:r>
            <a:r>
              <a:rPr lang="en-NZ" b="0" i="0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 (PDU) that can be communicated in a single </a:t>
            </a:r>
            <a:r>
              <a:rPr lang="en-NZ" b="0" i="0" u="none" strike="noStrike" dirty="0">
                <a:solidFill>
                  <a:srgbClr val="3366CC"/>
                </a:solidFill>
                <a:effectLst/>
                <a:latin typeface="Arial" panose="020B0604020202020204" pitchFamily="34" charset="0"/>
                <a:hlinkClick r:id="rId4" tooltip="Network layer"/>
              </a:rPr>
              <a:t>network layer</a:t>
            </a:r>
            <a:r>
              <a:rPr lang="en-NZ" b="0" i="0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 transaction.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6528655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FontTx/>
              <a:buNone/>
            </a:pPr>
            <a:r>
              <a:rPr lang="en-US" sz="1200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8</a:t>
            </a:r>
            <a:r>
              <a:rPr lang="en-US" sz="1200" baseline="0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 – </a:t>
            </a:r>
            <a:r>
              <a:rPr lang="en-US" sz="1200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Network Layer</a:t>
            </a:r>
            <a:endParaRPr lang="en-US" dirty="0"/>
          </a:p>
          <a:p>
            <a:pPr>
              <a:buFontTx/>
              <a:buNone/>
            </a:pPr>
            <a:r>
              <a:rPr lang="en-US" sz="1200" b="0" dirty="0"/>
              <a:t>8.2 – </a:t>
            </a:r>
            <a:r>
              <a:rPr lang="en-US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IPv4 Packet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641018C-6CAF-B84E-B92C-ECB119457FBA}" type="slidenum">
              <a:rPr lang="en-US" smtClean="0"/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2552962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42" name="Rectangle 11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88265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defTabSz="88265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defTabSz="88265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defTabSz="88265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defTabSz="88265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algn="ctr" defTabSz="88265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algn="ctr" defTabSz="88265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algn="ctr" defTabSz="88265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algn="ctr" defTabSz="88265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fld id="{04267211-205D-47E8-9F29-7E4C01D43DC3}" type="slidenum">
              <a:rPr lang="en-US" altLang="en-US" sz="800" smtClean="0">
                <a:solidFill>
                  <a:prstClr val="black"/>
                </a:solidFill>
              </a:rPr>
              <a:pPr/>
              <a:t>12</a:t>
            </a:fld>
            <a:endParaRPr lang="en-US" altLang="en-US" sz="800" dirty="0">
              <a:solidFill>
                <a:prstClr val="black"/>
              </a:solidFill>
            </a:endParaRPr>
          </a:p>
        </p:txBody>
      </p:sp>
      <p:sp>
        <p:nvSpPr>
          <p:cNvPr id="11264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264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buFontTx/>
              <a:buNone/>
            </a:pPr>
            <a:r>
              <a:rPr lang="en-US" sz="1200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8</a:t>
            </a:r>
            <a:r>
              <a:rPr lang="en-US" sz="1200" baseline="0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 – </a:t>
            </a:r>
            <a:r>
              <a:rPr lang="en-US" sz="1200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Network Layer</a:t>
            </a:r>
            <a:endParaRPr lang="en-US" dirty="0"/>
          </a:p>
          <a:p>
            <a:pPr>
              <a:buFontTx/>
              <a:buNone/>
            </a:pPr>
            <a:r>
              <a:rPr lang="en-US" sz="1200" b="0" dirty="0"/>
              <a:t>8.2 – </a:t>
            </a:r>
            <a:r>
              <a:rPr lang="en-US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IPv4 Packet</a:t>
            </a:r>
            <a:endParaRPr lang="en-US" dirty="0"/>
          </a:p>
          <a:p>
            <a:pPr>
              <a:lnSpc>
                <a:spcPct val="80000"/>
              </a:lnSpc>
              <a:buFontTx/>
              <a:buNone/>
            </a:pPr>
            <a:r>
              <a:rPr lang="en-US" sz="1200" kern="1200" dirty="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rPr>
              <a:t>8.2.1 – </a:t>
            </a:r>
            <a:r>
              <a:rPr lang="en-US" altLang="en-US" dirty="0"/>
              <a:t>IPv4 Packet Header</a:t>
            </a:r>
            <a:endParaRPr lang="en-US" sz="1200" kern="1200" dirty="0">
              <a:solidFill>
                <a:schemeClr val="tx1"/>
              </a:solidFill>
              <a:latin typeface="Arial" charset="0"/>
              <a:ea typeface="ＭＳ Ｐゴシック" charset="0"/>
              <a:cs typeface="ＭＳ Ｐゴシック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2755459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42" name="Rectangle 11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88265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defTabSz="88265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defTabSz="88265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defTabSz="88265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defTabSz="88265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algn="ctr" defTabSz="88265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algn="ctr" defTabSz="88265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algn="ctr" defTabSz="88265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algn="ctr" defTabSz="88265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fld id="{04267211-205D-47E8-9F29-7E4C01D43DC3}" type="slidenum">
              <a:rPr lang="en-US" altLang="en-US" sz="800" smtClean="0">
                <a:solidFill>
                  <a:prstClr val="black"/>
                </a:solidFill>
              </a:rPr>
              <a:pPr/>
              <a:t>13</a:t>
            </a:fld>
            <a:endParaRPr lang="en-US" altLang="en-US" sz="800" dirty="0">
              <a:solidFill>
                <a:prstClr val="black"/>
              </a:solidFill>
            </a:endParaRPr>
          </a:p>
        </p:txBody>
      </p:sp>
      <p:sp>
        <p:nvSpPr>
          <p:cNvPr id="11264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264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buFontTx/>
              <a:buNone/>
            </a:pPr>
            <a:r>
              <a:rPr lang="en-US" sz="1200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8</a:t>
            </a:r>
            <a:r>
              <a:rPr lang="en-US" sz="1200" baseline="0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 – </a:t>
            </a:r>
            <a:r>
              <a:rPr lang="en-US" sz="1200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Network Layer</a:t>
            </a:r>
            <a:endParaRPr lang="en-US" dirty="0"/>
          </a:p>
          <a:p>
            <a:pPr>
              <a:buFontTx/>
              <a:buNone/>
            </a:pPr>
            <a:r>
              <a:rPr lang="en-US" sz="1200" b="0" dirty="0"/>
              <a:t>8.2 – </a:t>
            </a:r>
            <a:r>
              <a:rPr lang="en-US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IPv4 Packet</a:t>
            </a:r>
            <a:endParaRPr lang="en-US" dirty="0"/>
          </a:p>
          <a:p>
            <a:pPr>
              <a:lnSpc>
                <a:spcPct val="80000"/>
              </a:lnSpc>
              <a:buFontTx/>
              <a:buNone/>
            </a:pPr>
            <a:r>
              <a:rPr lang="en-US" sz="1200" kern="1200" dirty="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rPr>
              <a:t>8.2.2</a:t>
            </a:r>
            <a:r>
              <a:rPr lang="en-US" sz="1200" kern="1200" baseline="0" dirty="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rPr>
              <a:t> </a:t>
            </a:r>
            <a:r>
              <a:rPr lang="en-US" sz="1200" kern="1200" dirty="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rPr>
              <a:t>– </a:t>
            </a:r>
            <a:r>
              <a:rPr lang="en-US" altLang="en-US" dirty="0"/>
              <a:t>IPv4 Packet Header Fields</a:t>
            </a:r>
            <a:endParaRPr lang="en-US" sz="1200" kern="1200" dirty="0">
              <a:solidFill>
                <a:schemeClr val="tx1"/>
              </a:solidFill>
              <a:latin typeface="Arial" charset="0"/>
              <a:ea typeface="ＭＳ Ｐゴシック" charset="0"/>
              <a:cs typeface="ＭＳ Ｐゴシック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27554592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42" name="Rectangle 11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88265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defTabSz="88265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defTabSz="88265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defTabSz="88265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defTabSz="88265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algn="ctr" defTabSz="88265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algn="ctr" defTabSz="88265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algn="ctr" defTabSz="88265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algn="ctr" defTabSz="88265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fld id="{04267211-205D-47E8-9F29-7E4C01D43DC3}" type="slidenum">
              <a:rPr lang="en-US" altLang="en-US" sz="800" smtClean="0">
                <a:solidFill>
                  <a:prstClr val="black"/>
                </a:solidFill>
              </a:rPr>
              <a:pPr/>
              <a:t>14</a:t>
            </a:fld>
            <a:endParaRPr lang="en-US" altLang="en-US" sz="800" dirty="0">
              <a:solidFill>
                <a:prstClr val="black"/>
              </a:solidFill>
            </a:endParaRPr>
          </a:p>
        </p:txBody>
      </p:sp>
      <p:sp>
        <p:nvSpPr>
          <p:cNvPr id="11264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264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buFontTx/>
              <a:buNone/>
            </a:pPr>
            <a:r>
              <a:rPr lang="en-US" sz="1200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8</a:t>
            </a:r>
            <a:r>
              <a:rPr lang="en-US" sz="1200" baseline="0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 – </a:t>
            </a:r>
            <a:r>
              <a:rPr lang="en-US" sz="1200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Network Layer</a:t>
            </a:r>
            <a:endParaRPr lang="en-US" dirty="0"/>
          </a:p>
          <a:p>
            <a:pPr>
              <a:buFontTx/>
              <a:buNone/>
            </a:pPr>
            <a:r>
              <a:rPr lang="en-US" sz="1200" b="0" dirty="0"/>
              <a:t>8.2 – </a:t>
            </a:r>
            <a:r>
              <a:rPr lang="en-US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IPv4 Packet</a:t>
            </a:r>
            <a:endParaRPr lang="en-US" dirty="0"/>
          </a:p>
          <a:p>
            <a:pPr>
              <a:lnSpc>
                <a:spcPct val="80000"/>
              </a:lnSpc>
              <a:buFontTx/>
              <a:buNone/>
            </a:pPr>
            <a:r>
              <a:rPr lang="en-US" sz="1200" kern="1200" dirty="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rPr>
              <a:t>8.2.2</a:t>
            </a:r>
            <a:r>
              <a:rPr lang="en-US" sz="1200" kern="1200" baseline="0" dirty="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rPr>
              <a:t> </a:t>
            </a:r>
            <a:r>
              <a:rPr lang="en-US" sz="1200" kern="1200" dirty="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rPr>
              <a:t>– </a:t>
            </a:r>
            <a:r>
              <a:rPr lang="en-US" altLang="en-US" dirty="0"/>
              <a:t>IPv4 Packet Header Fields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en-US" sz="1200" kern="1200" dirty="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rPr>
              <a:t>Differentiated Services: Used to determine the priority of </a:t>
            </a:r>
            <a:r>
              <a:rPr lang="en-US" sz="12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rPr>
              <a:t>each packet.</a:t>
            </a:r>
            <a:endParaRPr lang="en-US" sz="1200" kern="1200" dirty="0">
              <a:solidFill>
                <a:schemeClr val="tx1"/>
              </a:solidFill>
              <a:latin typeface="Arial" charset="0"/>
              <a:ea typeface="ＭＳ Ｐゴシック" charset="0"/>
              <a:cs typeface="ＭＳ Ｐゴシック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27554592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42" name="Rectangle 11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88265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defTabSz="88265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defTabSz="88265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defTabSz="88265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defTabSz="88265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algn="ctr" defTabSz="88265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algn="ctr" defTabSz="88265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algn="ctr" defTabSz="88265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algn="ctr" defTabSz="88265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fld id="{04267211-205D-47E8-9F29-7E4C01D43DC3}" type="slidenum">
              <a:rPr lang="en-US" altLang="en-US" sz="800" smtClean="0">
                <a:solidFill>
                  <a:prstClr val="black"/>
                </a:solidFill>
              </a:rPr>
              <a:pPr/>
              <a:t>15</a:t>
            </a:fld>
            <a:endParaRPr lang="en-US" altLang="en-US" sz="800" dirty="0">
              <a:solidFill>
                <a:prstClr val="black"/>
              </a:solidFill>
            </a:endParaRPr>
          </a:p>
        </p:txBody>
      </p:sp>
      <p:sp>
        <p:nvSpPr>
          <p:cNvPr id="11264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264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buFontTx/>
              <a:buNone/>
            </a:pPr>
            <a:r>
              <a:rPr lang="en-US" sz="1200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8</a:t>
            </a:r>
            <a:r>
              <a:rPr lang="en-US" sz="1200" baseline="0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 – </a:t>
            </a:r>
            <a:r>
              <a:rPr lang="en-US" sz="1200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Network Layer</a:t>
            </a:r>
            <a:endParaRPr lang="en-US" dirty="0"/>
          </a:p>
          <a:p>
            <a:pPr>
              <a:buFontTx/>
              <a:buNone/>
            </a:pPr>
            <a:r>
              <a:rPr lang="en-US" sz="1200" b="0" dirty="0"/>
              <a:t>8.2 – </a:t>
            </a:r>
            <a:r>
              <a:rPr lang="en-US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IPv4 Packet</a:t>
            </a:r>
            <a:endParaRPr lang="en-US" dirty="0"/>
          </a:p>
          <a:p>
            <a:pPr>
              <a:lnSpc>
                <a:spcPct val="80000"/>
              </a:lnSpc>
              <a:buFontTx/>
              <a:buNone/>
            </a:pPr>
            <a:r>
              <a:rPr lang="en-US" sz="1200" kern="1200" dirty="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rPr>
              <a:t>8.2.3</a:t>
            </a:r>
            <a:r>
              <a:rPr lang="en-US" sz="1200" kern="1200" baseline="0" dirty="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rPr>
              <a:t> </a:t>
            </a:r>
            <a:r>
              <a:rPr lang="en-US" sz="1200" kern="1200" dirty="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rPr>
              <a:t>– </a:t>
            </a:r>
            <a:r>
              <a:rPr lang="en-US" altLang="en-US" dirty="0"/>
              <a:t>Video – Sample IPv4 Headers in Wireshark </a:t>
            </a:r>
            <a:endParaRPr lang="en-US" sz="1200" kern="1200" dirty="0">
              <a:solidFill>
                <a:schemeClr val="tx1"/>
              </a:solidFill>
              <a:latin typeface="Arial" charset="0"/>
              <a:ea typeface="ＭＳ Ｐゴシック" charset="0"/>
              <a:cs typeface="ＭＳ Ｐゴシック" charset="0"/>
            </a:endParaRPr>
          </a:p>
          <a:p>
            <a:pPr>
              <a:lnSpc>
                <a:spcPct val="80000"/>
              </a:lnSpc>
              <a:buFontTx/>
              <a:buNone/>
            </a:pPr>
            <a:r>
              <a:rPr lang="en-US" sz="1200" kern="1200" dirty="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rPr>
              <a:t>8.2.4</a:t>
            </a:r>
            <a:r>
              <a:rPr lang="en-US" sz="1200" kern="1200" baseline="0" dirty="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rPr>
              <a:t> </a:t>
            </a:r>
            <a:r>
              <a:rPr lang="en-US" sz="1200" dirty="0">
                <a:effectLst/>
              </a:rPr>
              <a:t>– Check Your Understanding – </a:t>
            </a:r>
            <a:r>
              <a:rPr lang="en-US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IPv4 Packet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27554592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FontTx/>
              <a:buNone/>
            </a:pPr>
            <a:r>
              <a:rPr lang="en-US" sz="1200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8</a:t>
            </a:r>
            <a:r>
              <a:rPr lang="en-US" sz="1200" baseline="0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 – </a:t>
            </a:r>
            <a:r>
              <a:rPr lang="en-US" sz="1200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Network Layer</a:t>
            </a:r>
            <a:endParaRPr lang="en-US" dirty="0"/>
          </a:p>
          <a:p>
            <a:pPr>
              <a:buFontTx/>
              <a:buNone/>
            </a:pPr>
            <a:r>
              <a:rPr lang="en-US" sz="1200" b="0" dirty="0"/>
              <a:t>8.3 – </a:t>
            </a:r>
            <a:r>
              <a:rPr lang="en-US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IPv6 Packets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641018C-6CAF-B84E-B92C-ECB119457FBA}" type="slidenum">
              <a:rPr lang="en-US" smtClean="0">
                <a:solidFill>
                  <a:prstClr val="black"/>
                </a:solidFill>
              </a:rPr>
              <a:pPr/>
              <a:t>16</a:t>
            </a:fld>
            <a:endParaRPr lang="en-US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68181330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FontTx/>
              <a:buNone/>
            </a:pPr>
            <a:r>
              <a:rPr lang="en-US" sz="1200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8</a:t>
            </a:r>
            <a:r>
              <a:rPr lang="en-US" sz="1200" baseline="0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 – </a:t>
            </a:r>
            <a:r>
              <a:rPr lang="en-US" sz="1200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Network Layer</a:t>
            </a:r>
            <a:endParaRPr lang="en-US" dirty="0"/>
          </a:p>
          <a:p>
            <a:pPr>
              <a:buFontTx/>
              <a:buNone/>
            </a:pPr>
            <a:r>
              <a:rPr lang="en-US" sz="1200" b="0" dirty="0"/>
              <a:t>8.3 – </a:t>
            </a:r>
            <a:r>
              <a:rPr lang="en-US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IPv6 Packets</a:t>
            </a:r>
          </a:p>
          <a:p>
            <a:pPr>
              <a:buFontTx/>
              <a:buNone/>
            </a:pPr>
            <a:r>
              <a:rPr lang="en-US" sz="1200" kern="1200" dirty="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rPr>
              <a:t>8.3.1</a:t>
            </a:r>
            <a:r>
              <a:rPr lang="en-US" sz="1200" kern="1200" baseline="0" dirty="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rPr>
              <a:t> </a:t>
            </a:r>
            <a:r>
              <a:rPr lang="en-US" sz="1200" kern="1200" dirty="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rPr>
              <a:t>– </a:t>
            </a:r>
            <a:r>
              <a:rPr lang="en-US" altLang="en-US" dirty="0"/>
              <a:t>Limitations of IPv4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641018C-6CAF-B84E-B92C-ECB119457FBA}" type="slidenum">
              <a:rPr lang="en-US" smtClean="0">
                <a:solidFill>
                  <a:prstClr val="black"/>
                </a:solidFill>
              </a:rPr>
              <a:pPr/>
              <a:t>17</a:t>
            </a:fld>
            <a:endParaRPr lang="en-US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15876928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FontTx/>
              <a:buNone/>
            </a:pPr>
            <a:r>
              <a:rPr lang="en-US" sz="1200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8</a:t>
            </a:r>
            <a:r>
              <a:rPr lang="en-US" sz="1200" baseline="0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 – </a:t>
            </a:r>
            <a:r>
              <a:rPr lang="en-US" sz="1200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Network Layer</a:t>
            </a:r>
            <a:endParaRPr lang="en-US" dirty="0"/>
          </a:p>
          <a:p>
            <a:pPr>
              <a:buFontTx/>
              <a:buNone/>
            </a:pPr>
            <a:r>
              <a:rPr lang="en-US" sz="1200" b="0" dirty="0"/>
              <a:t>8.3 – </a:t>
            </a:r>
            <a:r>
              <a:rPr lang="en-US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IPv6 Packets</a:t>
            </a:r>
          </a:p>
          <a:p>
            <a:pPr>
              <a:buFontTx/>
              <a:buNone/>
            </a:pPr>
            <a:r>
              <a:rPr lang="en-US" sz="1200" kern="1200" dirty="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rPr>
              <a:t>8.3.2</a:t>
            </a:r>
            <a:r>
              <a:rPr lang="en-US" sz="1200" kern="1200" baseline="0" dirty="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rPr>
              <a:t> </a:t>
            </a:r>
            <a:r>
              <a:rPr lang="en-US" sz="1200" kern="1200" dirty="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rPr>
              <a:t>– </a:t>
            </a:r>
            <a:r>
              <a:rPr lang="en-US" altLang="en-US" dirty="0"/>
              <a:t> IPv6 Overview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641018C-6CAF-B84E-B92C-ECB119457FBA}" type="slidenum">
              <a:rPr lang="en-US" smtClean="0">
                <a:solidFill>
                  <a:prstClr val="black"/>
                </a:solidFill>
              </a:rPr>
              <a:pPr/>
              <a:t>18</a:t>
            </a:fld>
            <a:endParaRPr lang="en-US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15876928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FontTx/>
              <a:buNone/>
            </a:pPr>
            <a:r>
              <a:rPr lang="en-US" sz="1200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8</a:t>
            </a:r>
            <a:r>
              <a:rPr lang="en-US" sz="1200" baseline="0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 – </a:t>
            </a:r>
            <a:r>
              <a:rPr lang="en-US" sz="1200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Network Layer</a:t>
            </a:r>
            <a:endParaRPr lang="en-US" dirty="0"/>
          </a:p>
          <a:p>
            <a:pPr>
              <a:buFontTx/>
              <a:buNone/>
            </a:pPr>
            <a:r>
              <a:rPr lang="en-US" sz="1200" b="0" dirty="0"/>
              <a:t>8.3 – </a:t>
            </a:r>
            <a:r>
              <a:rPr lang="en-US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IPv6 Packets</a:t>
            </a:r>
          </a:p>
          <a:p>
            <a:pPr>
              <a:buFontTx/>
              <a:buNone/>
            </a:pPr>
            <a:r>
              <a:rPr lang="en-US" sz="1200" kern="1200" dirty="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rPr>
              <a:t>8.3.3</a:t>
            </a:r>
            <a:r>
              <a:rPr lang="en-US" sz="1200" kern="1200" baseline="0" dirty="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rPr>
              <a:t> </a:t>
            </a:r>
            <a:r>
              <a:rPr lang="en-US" sz="1200" kern="1200" dirty="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rPr>
              <a:t>– </a:t>
            </a:r>
            <a:r>
              <a:rPr lang="en-US" altLang="en-US" dirty="0"/>
              <a:t> IPv4 Packet Header Fields in the IPv6 Packet Header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641018C-6CAF-B84E-B92C-ECB119457FBA}" type="slidenum">
              <a:rPr lang="en-US" smtClean="0">
                <a:solidFill>
                  <a:prstClr val="black"/>
                </a:solidFill>
              </a:rPr>
              <a:pPr/>
              <a:t>19</a:t>
            </a:fld>
            <a:endParaRPr lang="en-US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15876928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FontTx/>
              <a:buNone/>
            </a:pPr>
            <a:r>
              <a:rPr lang="en-US" sz="1200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8</a:t>
            </a:r>
            <a:r>
              <a:rPr lang="en-US" sz="1200" baseline="0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 – </a:t>
            </a:r>
            <a:r>
              <a:rPr lang="en-US" sz="1200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Network Layer</a:t>
            </a:r>
            <a:endParaRPr lang="en-US" dirty="0"/>
          </a:p>
          <a:p>
            <a:pPr>
              <a:buFontTx/>
              <a:buNone/>
            </a:pPr>
            <a:r>
              <a:rPr lang="en-US" sz="1200" b="0" dirty="0"/>
              <a:t>8.3 – </a:t>
            </a:r>
            <a:r>
              <a:rPr lang="en-US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IPv6 Packets</a:t>
            </a:r>
          </a:p>
          <a:p>
            <a:pPr>
              <a:buFontTx/>
              <a:buNone/>
            </a:pPr>
            <a:r>
              <a:rPr lang="en-US" sz="1200" kern="1200" dirty="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rPr>
              <a:t>8.3.4</a:t>
            </a:r>
            <a:r>
              <a:rPr lang="en-US" sz="1200" kern="1200" baseline="0" dirty="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rPr>
              <a:t> </a:t>
            </a:r>
            <a:r>
              <a:rPr lang="en-US" sz="1200" kern="1200" dirty="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rPr>
              <a:t>– </a:t>
            </a:r>
            <a:r>
              <a:rPr lang="en-US" altLang="en-US" dirty="0"/>
              <a:t>IPv6 Packet Header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641018C-6CAF-B84E-B92C-ECB119457FBA}" type="slidenum">
              <a:rPr lang="en-US" smtClean="0">
                <a:solidFill>
                  <a:prstClr val="black"/>
                </a:solidFill>
              </a:rPr>
              <a:pPr/>
              <a:t>20</a:t>
            </a:fld>
            <a:endParaRPr lang="en-US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15876928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FontTx/>
              <a:buNone/>
            </a:pPr>
            <a:r>
              <a:rPr lang="en-US" sz="1200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8</a:t>
            </a:r>
            <a:r>
              <a:rPr lang="en-US" sz="1200" baseline="0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 – </a:t>
            </a:r>
            <a:r>
              <a:rPr lang="en-US" sz="1200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Network Layer</a:t>
            </a:r>
            <a:endParaRPr lang="en-US" dirty="0"/>
          </a:p>
          <a:p>
            <a:pPr>
              <a:buFontTx/>
              <a:buNone/>
            </a:pPr>
            <a:r>
              <a:rPr lang="en-US" sz="1200" b="0" dirty="0"/>
              <a:t>8.3 – </a:t>
            </a:r>
            <a:r>
              <a:rPr lang="en-US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IPv6 Packets</a:t>
            </a:r>
          </a:p>
          <a:p>
            <a:pPr>
              <a:buFontTx/>
              <a:buNone/>
            </a:pPr>
            <a:r>
              <a:rPr lang="en-US" sz="1200" kern="1200" dirty="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rPr>
              <a:t>8.3.4</a:t>
            </a:r>
            <a:r>
              <a:rPr lang="en-US" sz="1200" kern="1200" baseline="0" dirty="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rPr>
              <a:t> </a:t>
            </a:r>
            <a:r>
              <a:rPr lang="en-US" sz="1200" kern="1200" dirty="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rPr>
              <a:t>– </a:t>
            </a:r>
            <a:r>
              <a:rPr lang="en-US" altLang="en-US" dirty="0"/>
              <a:t>IPv6 Packet Header (Cont.)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641018C-6CAF-B84E-B92C-ECB119457FBA}" type="slidenum">
              <a:rPr lang="en-US" smtClean="0">
                <a:solidFill>
                  <a:prstClr val="black"/>
                </a:solidFill>
              </a:rPr>
              <a:pPr/>
              <a:t>21</a:t>
            </a:fld>
            <a:endParaRPr lang="en-US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15876928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FontTx/>
              <a:buNone/>
            </a:pPr>
            <a:r>
              <a:rPr lang="en-US" sz="1200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8</a:t>
            </a:r>
            <a:r>
              <a:rPr lang="en-US" sz="1200" baseline="0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 – </a:t>
            </a:r>
            <a:r>
              <a:rPr lang="en-US" sz="1200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Network Layer</a:t>
            </a:r>
            <a:endParaRPr lang="en-US" dirty="0"/>
          </a:p>
          <a:p>
            <a:pPr>
              <a:buFontTx/>
              <a:buNone/>
            </a:pPr>
            <a:r>
              <a:rPr lang="en-US" sz="1200" b="0" dirty="0"/>
              <a:t>8.3 – </a:t>
            </a:r>
            <a:r>
              <a:rPr lang="en-US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IPv6 Packets</a:t>
            </a:r>
          </a:p>
          <a:p>
            <a:pPr>
              <a:buFontTx/>
              <a:buNone/>
            </a:pPr>
            <a:r>
              <a:rPr lang="en-US" sz="1200" kern="1200" dirty="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rPr>
              <a:t>8.3.5</a:t>
            </a:r>
            <a:r>
              <a:rPr lang="en-US" sz="1200" kern="1200" baseline="0" dirty="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rPr>
              <a:t> </a:t>
            </a:r>
            <a:r>
              <a:rPr lang="en-US" sz="1200" kern="1200" dirty="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rPr>
              <a:t>– </a:t>
            </a:r>
            <a:r>
              <a:rPr lang="en-US" altLang="en-US" dirty="0"/>
              <a:t> Video – Sample IPv6 Headers in Wireshark</a:t>
            </a:r>
          </a:p>
          <a:p>
            <a:pPr marL="0" marR="0" lvl="0" indent="0" algn="l" defTabSz="457200" rtl="0" eaLnBrk="1" fontAlgn="auto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8.3.6 </a:t>
            </a:r>
            <a:r>
              <a:rPr lang="en-US" sz="1200" dirty="0">
                <a:effectLst/>
              </a:rPr>
              <a:t>– Check Your Understanding –</a:t>
            </a:r>
            <a:r>
              <a:rPr lang="en-US" sz="1200" baseline="0" dirty="0">
                <a:effectLst/>
              </a:rPr>
              <a:t> </a:t>
            </a:r>
            <a:r>
              <a:rPr lang="en-US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IPv6 Packets</a:t>
            </a:r>
            <a:endParaRPr lang="en-US" dirty="0"/>
          </a:p>
          <a:p>
            <a:pPr>
              <a:lnSpc>
                <a:spcPct val="80000"/>
              </a:lnSpc>
              <a:buFontTx/>
              <a:buNone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641018C-6CAF-B84E-B92C-ECB119457FBA}" type="slidenum">
              <a:rPr lang="en-US" smtClean="0">
                <a:solidFill>
                  <a:prstClr val="black"/>
                </a:solidFill>
              </a:rPr>
              <a:pPr/>
              <a:t>22</a:t>
            </a:fld>
            <a:endParaRPr lang="en-US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15876928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FontTx/>
              <a:buNone/>
            </a:pPr>
            <a:r>
              <a:rPr lang="en-US" sz="1200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8</a:t>
            </a:r>
            <a:r>
              <a:rPr lang="en-US" sz="1200" baseline="0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 – </a:t>
            </a:r>
            <a:r>
              <a:rPr lang="en-US" sz="1200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Network Layer</a:t>
            </a:r>
            <a:endParaRPr lang="en-US" dirty="0"/>
          </a:p>
          <a:p>
            <a:pPr>
              <a:buFontTx/>
              <a:buNone/>
            </a:pPr>
            <a:r>
              <a:rPr lang="en-US" sz="1200" b="0" dirty="0"/>
              <a:t>8.4 – </a:t>
            </a:r>
            <a:r>
              <a:rPr lang="en-US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How a Host Routes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641018C-6CAF-B84E-B92C-ECB119457FBA}" type="slidenum">
              <a:rPr lang="en-US" smtClean="0">
                <a:solidFill>
                  <a:prstClr val="black"/>
                </a:solidFill>
              </a:rPr>
              <a:pPr/>
              <a:t>23</a:t>
            </a:fld>
            <a:endParaRPr lang="en-US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68181330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FontTx/>
              <a:buNone/>
            </a:pPr>
            <a:r>
              <a:rPr lang="en-US" sz="1200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8</a:t>
            </a:r>
            <a:r>
              <a:rPr lang="en-US" sz="1200" baseline="0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 – </a:t>
            </a:r>
            <a:r>
              <a:rPr lang="en-US" sz="1200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Network Layer</a:t>
            </a:r>
            <a:endParaRPr lang="en-US" dirty="0"/>
          </a:p>
          <a:p>
            <a:pPr>
              <a:buFontTx/>
              <a:buNone/>
            </a:pPr>
            <a:r>
              <a:rPr lang="en-US" sz="1200" b="0" dirty="0"/>
              <a:t>8.4 – </a:t>
            </a:r>
            <a:r>
              <a:rPr lang="en-US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How a Host Routes</a:t>
            </a:r>
            <a:endParaRPr lang="en-US" dirty="0"/>
          </a:p>
          <a:p>
            <a:r>
              <a:rPr lang="en-US" dirty="0"/>
              <a:t>8.4.1</a:t>
            </a:r>
            <a:r>
              <a:rPr lang="en-US" baseline="0" dirty="0"/>
              <a:t> – </a:t>
            </a:r>
            <a:r>
              <a:rPr lang="en-US" altLang="en-US" dirty="0"/>
              <a:t>Host Forwarding Decision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641018C-6CAF-B84E-B92C-ECB119457FBA}" type="slidenum">
              <a:rPr lang="en-US" smtClean="0">
                <a:solidFill>
                  <a:prstClr val="black"/>
                </a:solidFill>
              </a:rPr>
              <a:pPr/>
              <a:t>24</a:t>
            </a:fld>
            <a:endParaRPr lang="en-US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78440916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FontTx/>
              <a:buNone/>
            </a:pPr>
            <a:r>
              <a:rPr lang="en-US" sz="1200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8</a:t>
            </a:r>
            <a:r>
              <a:rPr lang="en-US" sz="1200" baseline="0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 – </a:t>
            </a:r>
            <a:r>
              <a:rPr lang="en-US" sz="1200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Network Layer</a:t>
            </a:r>
            <a:endParaRPr lang="en-US" dirty="0"/>
          </a:p>
          <a:p>
            <a:pPr>
              <a:buFontTx/>
              <a:buNone/>
            </a:pPr>
            <a:r>
              <a:rPr lang="en-US" sz="1200" b="0" dirty="0"/>
              <a:t>8.4 – </a:t>
            </a:r>
            <a:r>
              <a:rPr lang="en-US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How a Host Routes</a:t>
            </a:r>
            <a:endParaRPr lang="en-US" dirty="0"/>
          </a:p>
          <a:p>
            <a:r>
              <a:rPr lang="en-US" dirty="0"/>
              <a:t>8.4.1</a:t>
            </a:r>
            <a:r>
              <a:rPr lang="en-US" baseline="0" dirty="0"/>
              <a:t> – </a:t>
            </a:r>
            <a:r>
              <a:rPr lang="en-US" altLang="en-US" dirty="0"/>
              <a:t>Host Forwarding Decision (Cont.)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641018C-6CAF-B84E-B92C-ECB119457FBA}" type="slidenum">
              <a:rPr lang="en-US" smtClean="0">
                <a:solidFill>
                  <a:prstClr val="black"/>
                </a:solidFill>
              </a:rPr>
              <a:pPr/>
              <a:t>25</a:t>
            </a:fld>
            <a:endParaRPr lang="en-US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78440916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FontTx/>
              <a:buNone/>
            </a:pPr>
            <a:r>
              <a:rPr lang="en-US" sz="1200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8</a:t>
            </a:r>
            <a:r>
              <a:rPr lang="en-US" sz="1200" baseline="0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 – </a:t>
            </a:r>
            <a:r>
              <a:rPr lang="en-US" sz="1200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Network Layer</a:t>
            </a:r>
            <a:endParaRPr lang="en-US" dirty="0"/>
          </a:p>
          <a:p>
            <a:pPr>
              <a:buFontTx/>
              <a:buNone/>
            </a:pPr>
            <a:r>
              <a:rPr lang="en-US" sz="1200" b="0" dirty="0"/>
              <a:t>8.4 – </a:t>
            </a:r>
            <a:r>
              <a:rPr lang="en-US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How a Host Routes</a:t>
            </a:r>
            <a:endParaRPr lang="en-US" dirty="0"/>
          </a:p>
          <a:p>
            <a:r>
              <a:rPr lang="en-US" dirty="0"/>
              <a:t>8.4.2</a:t>
            </a:r>
            <a:r>
              <a:rPr lang="en-US" baseline="0" dirty="0"/>
              <a:t> – </a:t>
            </a:r>
            <a:r>
              <a:rPr lang="en-US" altLang="en-US" dirty="0"/>
              <a:t>Default Gateway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641018C-6CAF-B84E-B92C-ECB119457FBA}" type="slidenum">
              <a:rPr lang="en-US" smtClean="0">
                <a:solidFill>
                  <a:prstClr val="black"/>
                </a:solidFill>
              </a:rPr>
              <a:pPr/>
              <a:t>26</a:t>
            </a:fld>
            <a:endParaRPr lang="en-US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78440916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FontTx/>
              <a:buNone/>
            </a:pPr>
            <a:r>
              <a:rPr lang="en-US" sz="1200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8</a:t>
            </a:r>
            <a:r>
              <a:rPr lang="en-US" sz="1200" baseline="0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 – </a:t>
            </a:r>
            <a:r>
              <a:rPr lang="en-US" sz="1200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Network Layer</a:t>
            </a:r>
            <a:endParaRPr lang="en-US" dirty="0"/>
          </a:p>
          <a:p>
            <a:pPr>
              <a:buFontTx/>
              <a:buNone/>
            </a:pPr>
            <a:r>
              <a:rPr lang="en-US" sz="1200" b="0" dirty="0"/>
              <a:t>8.4 – </a:t>
            </a:r>
            <a:r>
              <a:rPr lang="en-US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How a Host Routes</a:t>
            </a:r>
            <a:endParaRPr lang="en-US" dirty="0"/>
          </a:p>
          <a:p>
            <a:r>
              <a:rPr lang="en-US" dirty="0"/>
              <a:t>8.4.3</a:t>
            </a:r>
            <a:r>
              <a:rPr lang="en-US" baseline="0" dirty="0"/>
              <a:t> – </a:t>
            </a:r>
            <a:r>
              <a:rPr lang="en-US" altLang="en-US" dirty="0"/>
              <a:t>A Host Routes to the Default Gateway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641018C-6CAF-B84E-B92C-ECB119457FBA}" type="slidenum">
              <a:rPr lang="en-US" smtClean="0">
                <a:solidFill>
                  <a:prstClr val="black"/>
                </a:solidFill>
              </a:rPr>
              <a:pPr/>
              <a:t>27</a:t>
            </a:fld>
            <a:endParaRPr lang="en-US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78440916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FontTx/>
              <a:buNone/>
            </a:pPr>
            <a:r>
              <a:rPr lang="en-US" sz="1200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8</a:t>
            </a:r>
            <a:r>
              <a:rPr lang="en-US" sz="1200" baseline="0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 – </a:t>
            </a:r>
            <a:r>
              <a:rPr lang="en-US" sz="1200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Network Layer</a:t>
            </a:r>
            <a:endParaRPr lang="en-US" dirty="0"/>
          </a:p>
          <a:p>
            <a:pPr>
              <a:buFontTx/>
              <a:buNone/>
            </a:pPr>
            <a:r>
              <a:rPr lang="en-US" sz="1200" b="0" dirty="0"/>
              <a:t>8.4 – </a:t>
            </a:r>
            <a:r>
              <a:rPr lang="en-US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How a Host Routes</a:t>
            </a:r>
            <a:endParaRPr lang="en-US" dirty="0"/>
          </a:p>
          <a:p>
            <a:r>
              <a:rPr lang="en-US" dirty="0"/>
              <a:t>8.4.4</a:t>
            </a:r>
            <a:r>
              <a:rPr lang="en-US" baseline="0" dirty="0"/>
              <a:t> – </a:t>
            </a:r>
            <a:r>
              <a:rPr lang="en-US" altLang="en-US" dirty="0"/>
              <a:t>Host Routing Tables</a:t>
            </a:r>
          </a:p>
          <a:p>
            <a:pPr>
              <a:buFontTx/>
              <a:buNone/>
            </a:pPr>
            <a:r>
              <a:rPr lang="en-US" sz="1200" kern="1200" dirty="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rPr>
              <a:t>8.4.5</a:t>
            </a:r>
            <a:r>
              <a:rPr lang="en-US" sz="1200" kern="1200" baseline="0" dirty="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rPr>
              <a:t> </a:t>
            </a:r>
            <a:r>
              <a:rPr lang="en-US" sz="1200" dirty="0">
                <a:effectLst/>
              </a:rPr>
              <a:t>– Check Your Understanding – </a:t>
            </a:r>
            <a:r>
              <a:rPr lang="en-US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How a Host Routes</a:t>
            </a:r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641018C-6CAF-B84E-B92C-ECB119457FBA}" type="slidenum">
              <a:rPr lang="en-US" smtClean="0">
                <a:solidFill>
                  <a:prstClr val="black"/>
                </a:solidFill>
              </a:rPr>
              <a:pPr/>
              <a:t>28</a:t>
            </a:fld>
            <a:endParaRPr lang="en-US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78440916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FontTx/>
              <a:buNone/>
            </a:pPr>
            <a:r>
              <a:rPr lang="en-US" sz="1200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8</a:t>
            </a:r>
            <a:r>
              <a:rPr lang="en-US" sz="1200" baseline="0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 – </a:t>
            </a:r>
            <a:r>
              <a:rPr lang="en-US" sz="1200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Network Layer</a:t>
            </a:r>
            <a:endParaRPr lang="en-US" dirty="0"/>
          </a:p>
          <a:p>
            <a:pPr>
              <a:buFontTx/>
              <a:buNone/>
            </a:pPr>
            <a:r>
              <a:rPr lang="en-US" sz="1200" b="0" dirty="0"/>
              <a:t>8.5 – </a:t>
            </a:r>
            <a:r>
              <a:rPr lang="en-US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Introduction to Routing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641018C-6CAF-B84E-B92C-ECB119457FBA}" type="slidenum">
              <a:rPr lang="en-US" smtClean="0">
                <a:solidFill>
                  <a:prstClr val="black"/>
                </a:solidFill>
              </a:rPr>
              <a:pPr/>
              <a:t>29</a:t>
            </a:fld>
            <a:endParaRPr lang="en-US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68181330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FontTx/>
              <a:buNone/>
            </a:pPr>
            <a:r>
              <a:rPr lang="en-US" sz="1200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8</a:t>
            </a:r>
            <a:r>
              <a:rPr lang="en-US" sz="1200" baseline="0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 – </a:t>
            </a:r>
            <a:r>
              <a:rPr lang="en-US" sz="1200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Network Layer</a:t>
            </a:r>
            <a:endParaRPr lang="en-US" dirty="0"/>
          </a:p>
          <a:p>
            <a:pPr>
              <a:buFontTx/>
              <a:buNone/>
            </a:pPr>
            <a:r>
              <a:rPr lang="en-US" sz="1200" b="0" dirty="0"/>
              <a:t>8.5 – </a:t>
            </a:r>
            <a:r>
              <a:rPr lang="en-US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Introduction to Routing</a:t>
            </a:r>
            <a:endParaRPr lang="en-US" dirty="0"/>
          </a:p>
          <a:p>
            <a:pPr>
              <a:lnSpc>
                <a:spcPct val="80000"/>
              </a:lnSpc>
              <a:buFontTx/>
              <a:buNone/>
            </a:pPr>
            <a:r>
              <a:rPr lang="en-US" dirty="0">
                <a:latin typeface="Arial" charset="0"/>
              </a:rPr>
              <a:t>8.5.1 – </a:t>
            </a:r>
            <a:r>
              <a:rPr lang="en-US" altLang="en-US" dirty="0"/>
              <a:t>Router Packet Forwarding Decision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641018C-6CAF-B84E-B92C-ECB119457FBA}" type="slidenum">
              <a:rPr lang="en-US" smtClean="0">
                <a:solidFill>
                  <a:prstClr val="black"/>
                </a:solidFill>
              </a:rPr>
              <a:pPr/>
              <a:t>30</a:t>
            </a:fld>
            <a:endParaRPr lang="en-US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79574135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FontTx/>
              <a:buNone/>
            </a:pPr>
            <a:r>
              <a:rPr lang="en-US" sz="1200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8</a:t>
            </a:r>
            <a:r>
              <a:rPr lang="en-US" sz="1200" baseline="0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 – </a:t>
            </a:r>
            <a:r>
              <a:rPr lang="en-US" sz="1200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Network Layer</a:t>
            </a:r>
            <a:endParaRPr lang="en-US" dirty="0"/>
          </a:p>
          <a:p>
            <a:pPr>
              <a:buFontTx/>
              <a:buNone/>
            </a:pPr>
            <a:r>
              <a:rPr lang="en-US" sz="1200" b="0" dirty="0"/>
              <a:t>8.5 – </a:t>
            </a:r>
            <a:r>
              <a:rPr lang="en-US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Introduction to Routing</a:t>
            </a:r>
            <a:endParaRPr lang="en-US" dirty="0"/>
          </a:p>
          <a:p>
            <a:pPr>
              <a:lnSpc>
                <a:spcPct val="80000"/>
              </a:lnSpc>
              <a:buFontTx/>
              <a:buNone/>
            </a:pPr>
            <a:r>
              <a:rPr lang="en-US" dirty="0">
                <a:latin typeface="Arial" charset="0"/>
              </a:rPr>
              <a:t>8.5.2 – </a:t>
            </a:r>
            <a:r>
              <a:rPr lang="en-US" altLang="en-US" dirty="0"/>
              <a:t>IP Router Routing Table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641018C-6CAF-B84E-B92C-ECB119457FBA}" type="slidenum">
              <a:rPr lang="en-US" smtClean="0">
                <a:solidFill>
                  <a:prstClr val="black"/>
                </a:solidFill>
              </a:rPr>
              <a:pPr/>
              <a:t>31</a:t>
            </a:fld>
            <a:endParaRPr lang="en-US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79574135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FontTx/>
              <a:buNone/>
            </a:pPr>
            <a:r>
              <a:rPr lang="en-US" sz="1200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8</a:t>
            </a:r>
            <a:r>
              <a:rPr lang="en-US" sz="1200" baseline="0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 – </a:t>
            </a:r>
            <a:r>
              <a:rPr lang="en-US" sz="1200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Network Layer</a:t>
            </a:r>
            <a:endParaRPr lang="en-US" dirty="0"/>
          </a:p>
          <a:p>
            <a:pPr>
              <a:buFontTx/>
              <a:buNone/>
            </a:pPr>
            <a:r>
              <a:rPr lang="en-US" sz="1200" b="0" dirty="0"/>
              <a:t>8.5 – </a:t>
            </a:r>
            <a:r>
              <a:rPr lang="en-US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Introduction to Routing</a:t>
            </a:r>
            <a:endParaRPr lang="en-US" dirty="0"/>
          </a:p>
          <a:p>
            <a:pPr>
              <a:lnSpc>
                <a:spcPct val="80000"/>
              </a:lnSpc>
              <a:buFontTx/>
              <a:buNone/>
            </a:pPr>
            <a:r>
              <a:rPr lang="en-US" dirty="0">
                <a:latin typeface="Arial" charset="0"/>
              </a:rPr>
              <a:t>8.5.3 – </a:t>
            </a:r>
            <a:r>
              <a:rPr lang="en-US" altLang="en-US" sz="1200" dirty="0"/>
              <a:t>Static Routing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641018C-6CAF-B84E-B92C-ECB119457FBA}" type="slidenum">
              <a:rPr lang="en-US" smtClean="0">
                <a:solidFill>
                  <a:prstClr val="black"/>
                </a:solidFill>
              </a:rPr>
              <a:pPr/>
              <a:t>32</a:t>
            </a:fld>
            <a:endParaRPr lang="en-US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79574135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FontTx/>
              <a:buNone/>
            </a:pPr>
            <a:r>
              <a:rPr lang="en-US" sz="1200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8</a:t>
            </a:r>
            <a:r>
              <a:rPr lang="en-US" sz="1200" baseline="0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 – </a:t>
            </a:r>
            <a:r>
              <a:rPr lang="en-US" sz="1200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Network Layer</a:t>
            </a:r>
            <a:endParaRPr lang="en-US" dirty="0"/>
          </a:p>
          <a:p>
            <a:pPr>
              <a:buFontTx/>
              <a:buNone/>
            </a:pPr>
            <a:r>
              <a:rPr lang="en-US" sz="1200" b="0" dirty="0"/>
              <a:t>8.5 – </a:t>
            </a:r>
            <a:r>
              <a:rPr lang="en-US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Introduction to Routing</a:t>
            </a:r>
            <a:endParaRPr lang="en-US" dirty="0"/>
          </a:p>
          <a:p>
            <a:pPr>
              <a:lnSpc>
                <a:spcPct val="80000"/>
              </a:lnSpc>
              <a:buFontTx/>
              <a:buNone/>
            </a:pPr>
            <a:r>
              <a:rPr lang="en-US" dirty="0">
                <a:latin typeface="Arial" charset="0"/>
              </a:rPr>
              <a:t>8.5.4 – </a:t>
            </a:r>
            <a:r>
              <a:rPr lang="en-US" altLang="en-US" sz="1200" dirty="0"/>
              <a:t>Dynamic Routing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641018C-6CAF-B84E-B92C-ECB119457FBA}" type="slidenum">
              <a:rPr lang="en-US" smtClean="0">
                <a:solidFill>
                  <a:prstClr val="black"/>
                </a:solidFill>
              </a:rPr>
              <a:pPr/>
              <a:t>33</a:t>
            </a:fld>
            <a:endParaRPr lang="en-US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79574135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FontTx/>
              <a:buNone/>
            </a:pPr>
            <a:r>
              <a:rPr lang="en-US" sz="1200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8</a:t>
            </a:r>
            <a:r>
              <a:rPr lang="en-US" sz="1200" baseline="0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 – </a:t>
            </a:r>
            <a:r>
              <a:rPr lang="en-US" sz="1200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Network Layer</a:t>
            </a:r>
            <a:endParaRPr lang="en-US" dirty="0"/>
          </a:p>
          <a:p>
            <a:pPr>
              <a:buFontTx/>
              <a:buNone/>
            </a:pPr>
            <a:r>
              <a:rPr lang="en-US" sz="1200" b="0" dirty="0"/>
              <a:t>8.5 – </a:t>
            </a:r>
            <a:r>
              <a:rPr lang="en-US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Introduction to Routing</a:t>
            </a:r>
            <a:endParaRPr lang="en-US" dirty="0"/>
          </a:p>
          <a:p>
            <a:pPr>
              <a:lnSpc>
                <a:spcPct val="80000"/>
              </a:lnSpc>
              <a:buFontTx/>
              <a:buNone/>
            </a:pPr>
            <a:r>
              <a:rPr lang="en-US" dirty="0">
                <a:latin typeface="Arial" charset="0"/>
              </a:rPr>
              <a:t>8.5.5 – </a:t>
            </a:r>
            <a:r>
              <a:rPr lang="en-US" altLang="en-US" dirty="0"/>
              <a:t>Video – IPv4 Router Routing Tables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641018C-6CAF-B84E-B92C-ECB119457FBA}" type="slidenum">
              <a:rPr lang="en-US" smtClean="0">
                <a:solidFill>
                  <a:prstClr val="black"/>
                </a:solidFill>
              </a:rPr>
              <a:pPr/>
              <a:t>34</a:t>
            </a:fld>
            <a:endParaRPr lang="en-US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79574135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FontTx/>
              <a:buNone/>
            </a:pPr>
            <a:r>
              <a:rPr lang="en-US" sz="1200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8</a:t>
            </a:r>
            <a:r>
              <a:rPr lang="en-US" sz="1200" baseline="0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 – </a:t>
            </a:r>
            <a:r>
              <a:rPr lang="en-US" sz="1200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Network Layer</a:t>
            </a:r>
            <a:endParaRPr lang="en-US" dirty="0"/>
          </a:p>
          <a:p>
            <a:pPr>
              <a:buFontTx/>
              <a:buNone/>
            </a:pPr>
            <a:r>
              <a:rPr lang="en-US" sz="1200" b="0" dirty="0"/>
              <a:t>8.5 – </a:t>
            </a:r>
            <a:r>
              <a:rPr lang="en-US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Introduction to Routing</a:t>
            </a:r>
            <a:endParaRPr lang="en-US" dirty="0"/>
          </a:p>
          <a:p>
            <a:pPr>
              <a:lnSpc>
                <a:spcPct val="80000"/>
              </a:lnSpc>
              <a:buFontTx/>
              <a:buNone/>
            </a:pPr>
            <a:r>
              <a:rPr lang="en-US" dirty="0">
                <a:latin typeface="Arial" charset="0"/>
              </a:rPr>
              <a:t>8.5.6 – </a:t>
            </a:r>
            <a:r>
              <a:rPr lang="en-US" altLang="en-US" dirty="0"/>
              <a:t>Introduction to an IPv4 Routing Table</a:t>
            </a:r>
            <a:endParaRPr lang="en-US" dirty="0">
              <a:latin typeface="Arial" charset="0"/>
            </a:endParaRPr>
          </a:p>
          <a:p>
            <a:pPr marL="0" marR="0" indent="0" algn="l" defTabSz="457200" rtl="0" eaLnBrk="1" fontAlgn="auto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>
                <a:latin typeface="Arial" charset="0"/>
              </a:rPr>
              <a:t>8.5.7 – </a:t>
            </a:r>
            <a:r>
              <a:rPr lang="en-US" sz="1200" dirty="0">
                <a:effectLst/>
              </a:rPr>
              <a:t>Check Your Understanding – </a:t>
            </a:r>
            <a:r>
              <a:rPr lang="en-US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Introduction to Routing</a:t>
            </a:r>
            <a:endParaRPr lang="en-US" dirty="0"/>
          </a:p>
          <a:p>
            <a:pPr>
              <a:lnSpc>
                <a:spcPct val="80000"/>
              </a:lnSpc>
              <a:buFontTx/>
              <a:buNone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641018C-6CAF-B84E-B92C-ECB119457FBA}" type="slidenum">
              <a:rPr lang="en-US" smtClean="0">
                <a:solidFill>
                  <a:prstClr val="black"/>
                </a:solidFill>
              </a:rPr>
              <a:pPr/>
              <a:t>35</a:t>
            </a:fld>
            <a:endParaRPr lang="en-US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79574135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FontTx/>
              <a:buNone/>
            </a:pPr>
            <a:r>
              <a:rPr lang="en-US" sz="1200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8</a:t>
            </a:r>
            <a:r>
              <a:rPr lang="en-US" sz="1200" baseline="0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 – </a:t>
            </a:r>
            <a:r>
              <a:rPr lang="en-US" sz="1200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Network Layer</a:t>
            </a:r>
            <a:endParaRPr lang="en-US" dirty="0"/>
          </a:p>
          <a:p>
            <a:pPr>
              <a:buFontTx/>
              <a:buNone/>
            </a:pPr>
            <a:r>
              <a:rPr lang="en-US" sz="1200" b="0" dirty="0"/>
              <a:t>8.6 – </a:t>
            </a:r>
            <a:r>
              <a:rPr lang="en-US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Module Practice and Quiz</a:t>
            </a:r>
            <a:endParaRPr lang="en-GB" b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641018C-6CAF-B84E-B92C-ECB119457FBA}" type="slidenum">
              <a:rPr lang="en-US" smtClean="0">
                <a:solidFill>
                  <a:prstClr val="black"/>
                </a:solidFill>
              </a:rPr>
              <a:pPr/>
              <a:t>36</a:t>
            </a:fld>
            <a:endParaRPr lang="en-US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73015178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FontTx/>
              <a:buNone/>
            </a:pPr>
            <a:r>
              <a:rPr lang="en-US" sz="1200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8</a:t>
            </a:r>
            <a:r>
              <a:rPr lang="en-US" sz="1200" baseline="0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 – </a:t>
            </a:r>
            <a:r>
              <a:rPr lang="en-US" sz="1200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Network Layer</a:t>
            </a:r>
            <a:endParaRPr lang="en-US" dirty="0"/>
          </a:p>
          <a:p>
            <a:pPr>
              <a:buFontTx/>
              <a:buNone/>
            </a:pPr>
            <a:r>
              <a:rPr lang="en-US" sz="1200" b="0" dirty="0"/>
              <a:t>8.6 – </a:t>
            </a:r>
            <a:r>
              <a:rPr lang="en-US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Module Practice and Quiz</a:t>
            </a:r>
            <a:endParaRPr lang="en-GB" b="0" dirty="0"/>
          </a:p>
          <a:p>
            <a:pPr>
              <a:lnSpc>
                <a:spcPct val="80000"/>
              </a:lnSpc>
              <a:buFontTx/>
              <a:buNone/>
            </a:pPr>
            <a:r>
              <a:rPr lang="en-US" dirty="0">
                <a:latin typeface="Arial" charset="0"/>
              </a:rPr>
              <a:t>8.6.1</a:t>
            </a:r>
            <a:r>
              <a:rPr lang="en-US" baseline="0" dirty="0">
                <a:latin typeface="Arial" charset="0"/>
              </a:rPr>
              <a:t> – </a:t>
            </a:r>
            <a:r>
              <a:rPr lang="en-US" altLang="en-US" dirty="0"/>
              <a:t>What did I learn in this module?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641018C-6CAF-B84E-B92C-ECB119457FBA}" type="slidenum">
              <a:rPr lang="en-US" smtClean="0">
                <a:solidFill>
                  <a:prstClr val="black"/>
                </a:solidFill>
              </a:rPr>
              <a:pPr/>
              <a:t>37</a:t>
            </a:fld>
            <a:endParaRPr lang="en-US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70694133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5" name="Rectangle 11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886397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29057" indent="-280406" defTabSz="886397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21626" indent="-224325" defTabSz="886397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570276" indent="-224325" defTabSz="886397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18927" indent="-224325" defTabSz="886397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467577" indent="-224325" algn="ctr" defTabSz="886397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16227" indent="-224325" algn="ctr" defTabSz="886397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364878" indent="-224325" algn="ctr" defTabSz="886397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13528" indent="-224325" algn="ctr" defTabSz="886397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fld id="{6C92755B-29FD-8743-9094-C0E3A734D22E}" type="slidenum">
              <a:rPr lang="en-US" sz="800"/>
              <a:pPr/>
              <a:t>38</a:t>
            </a:fld>
            <a:endParaRPr lang="en-US" sz="800"/>
          </a:p>
        </p:txBody>
      </p:sp>
      <p:sp>
        <p:nvSpPr>
          <p:cNvPr id="5734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57347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lnSpc>
                <a:spcPct val="80000"/>
              </a:lnSpc>
              <a:buFontTx/>
              <a:buNone/>
            </a:pPr>
            <a:r>
              <a:rPr lang="en-US" dirty="0">
                <a:latin typeface="Arial" charset="0"/>
              </a:rPr>
              <a:t>New Terms and Commands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80524155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5" name="Rectangle 11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886397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29057" indent="-280406" defTabSz="886397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21626" indent="-224325" defTabSz="886397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570276" indent="-224325" defTabSz="886397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18927" indent="-224325" defTabSz="886397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467577" indent="-224325" algn="ctr" defTabSz="886397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16227" indent="-224325" algn="ctr" defTabSz="886397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364878" indent="-224325" algn="ctr" defTabSz="886397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13528" indent="-224325" algn="ctr" defTabSz="886397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fld id="{6C92755B-29FD-8743-9094-C0E3A734D22E}" type="slidenum">
              <a:rPr lang="en-US" sz="800"/>
              <a:pPr/>
              <a:t>39</a:t>
            </a:fld>
            <a:endParaRPr lang="en-US" sz="800"/>
          </a:p>
        </p:txBody>
      </p:sp>
      <p:sp>
        <p:nvSpPr>
          <p:cNvPr id="5734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57347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lnSpc>
                <a:spcPct val="80000"/>
              </a:lnSpc>
              <a:buFontTx/>
              <a:buNone/>
            </a:pPr>
            <a:r>
              <a:rPr lang="en-US" dirty="0">
                <a:latin typeface="Arial" charset="0"/>
              </a:rPr>
              <a:t>New Terms and Commands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1753371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3_Title Slide-animated gradient"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16" name="Subtitle 2"/>
          <p:cNvSpPr>
            <a:spLocks noGrp="1"/>
          </p:cNvSpPr>
          <p:nvPr>
            <p:ph type="subTitle" idx="1"/>
          </p:nvPr>
        </p:nvSpPr>
        <p:spPr>
          <a:xfrm>
            <a:off x="469496" y="3809526"/>
            <a:ext cx="4319105" cy="288131"/>
          </a:xfrm>
          <a:prstGeom prst="rect">
            <a:avLst/>
          </a:prstGeom>
        </p:spPr>
        <p:txBody>
          <a:bodyPr lIns="91420" tIns="45710" rIns="91420" bIns="45710" anchor="b" anchorCtr="0">
            <a:noAutofit/>
          </a:bodyPr>
          <a:lstStyle>
            <a:lvl1pPr marL="0" indent="0" algn="l">
              <a:buNone/>
              <a:defRPr sz="1200" b="0" i="0">
                <a:solidFill>
                  <a:schemeClr val="accent5"/>
                </a:solidFill>
                <a:latin typeface="+mn-lt"/>
                <a:cs typeface="CiscoSans"/>
              </a:defRPr>
            </a:lvl1pPr>
            <a:lvl2pPr marL="34285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7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57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44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29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16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0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288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17" name="Text Placeholder 38"/>
          <p:cNvSpPr>
            <a:spLocks noGrp="1"/>
          </p:cNvSpPr>
          <p:nvPr>
            <p:ph type="body" sz="quarter" idx="11"/>
          </p:nvPr>
        </p:nvSpPr>
        <p:spPr>
          <a:xfrm>
            <a:off x="469496" y="4049523"/>
            <a:ext cx="4319105" cy="288131"/>
          </a:xfrm>
          <a:prstGeom prst="rect">
            <a:avLst/>
          </a:prstGeom>
        </p:spPr>
        <p:txBody>
          <a:bodyPr lIns="91420" tIns="45710" rIns="91420" bIns="45710"/>
          <a:lstStyle>
            <a:lvl1pPr marL="0" indent="0" algn="l">
              <a:buFontTx/>
              <a:buNone/>
              <a:defRPr lang="en-US" sz="1200" b="0" i="0" kern="1200" dirty="0" smtClean="0">
                <a:solidFill>
                  <a:schemeClr val="accent5"/>
                </a:solidFill>
                <a:latin typeface="+mn-lt"/>
                <a:ea typeface="+mn-ea"/>
                <a:cs typeface="CiscoSans ExtraLight" pitchFamily="34" charset="0"/>
              </a:defRPr>
            </a:lvl1pPr>
            <a:lvl2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0"/>
          <p:cNvSpPr>
            <a:spLocks noGrp="1"/>
          </p:cNvSpPr>
          <p:nvPr>
            <p:ph type="body" sz="quarter" idx="12"/>
          </p:nvPr>
        </p:nvSpPr>
        <p:spPr>
          <a:xfrm>
            <a:off x="469496" y="4289520"/>
            <a:ext cx="4319105" cy="288131"/>
          </a:xfrm>
          <a:prstGeom prst="rect">
            <a:avLst/>
          </a:prstGeom>
        </p:spPr>
        <p:txBody>
          <a:bodyPr lIns="91420" tIns="45710" rIns="91420" bIns="45710"/>
          <a:lstStyle>
            <a:lvl1pPr marL="0" indent="0" algn="l">
              <a:buFontTx/>
              <a:buNone/>
              <a:defRPr lang="en-US" sz="1200" b="0" i="0" kern="1200" dirty="0" smtClean="0">
                <a:solidFill>
                  <a:schemeClr val="accent5"/>
                </a:solidFill>
                <a:latin typeface="+mn-lt"/>
                <a:ea typeface="+mn-ea"/>
                <a:cs typeface="CiscoSans ExtraLight" pitchFamily="34" charset="0"/>
              </a:defRPr>
            </a:lvl1pPr>
            <a:lvl2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2"/>
          <p:cNvSpPr>
            <a:spLocks noGrp="1"/>
          </p:cNvSpPr>
          <p:nvPr>
            <p:ph type="body" sz="quarter" idx="13"/>
          </p:nvPr>
        </p:nvSpPr>
        <p:spPr>
          <a:xfrm>
            <a:off x="463292" y="2872236"/>
            <a:ext cx="5925246" cy="299001"/>
          </a:xfrm>
          <a:prstGeom prst="rect">
            <a:avLst/>
          </a:prstGeom>
        </p:spPr>
        <p:txBody>
          <a:bodyPr lIns="91420" tIns="45710" rIns="91420" bIns="45710"/>
          <a:lstStyle>
            <a:lvl1pPr marL="0" indent="0">
              <a:buFont typeface="Arial" panose="020B0604020202020204" pitchFamily="34" charset="0"/>
              <a:buNone/>
              <a:defRPr sz="2000" baseline="0">
                <a:solidFill>
                  <a:schemeClr val="bg2"/>
                </a:solidFill>
                <a:latin typeface="+mj-lt"/>
              </a:defRPr>
            </a:lvl1pPr>
            <a:lvl2pPr marL="304781" indent="0">
              <a:buNone/>
              <a:defRPr/>
            </a:lvl2pPr>
            <a:lvl3pPr marL="427401" indent="0">
              <a:buNone/>
              <a:defRPr/>
            </a:lvl3pPr>
            <a:lvl4pPr marL="516694" indent="0">
              <a:buNone/>
              <a:defRPr/>
            </a:lvl4pPr>
            <a:lvl5pPr marL="601221" indent="0">
              <a:buNone/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0" name="Title 1"/>
          <p:cNvSpPr>
            <a:spLocks noGrp="1"/>
          </p:cNvSpPr>
          <p:nvPr>
            <p:ph type="ctrTitle"/>
          </p:nvPr>
        </p:nvSpPr>
        <p:spPr>
          <a:xfrm>
            <a:off x="425765" y="2300750"/>
            <a:ext cx="5955513" cy="644730"/>
          </a:xfrm>
          <a:prstGeom prst="rect">
            <a:avLst/>
          </a:prstGeom>
        </p:spPr>
        <p:txBody>
          <a:bodyPr anchor="b"/>
          <a:lstStyle>
            <a:lvl1pPr marL="0" indent="0" algn="l">
              <a:lnSpc>
                <a:spcPct val="90000"/>
              </a:lnSpc>
              <a:buFont typeface="Arial" panose="020B0604020202020204" pitchFamily="34" charset="0"/>
              <a:buNone/>
              <a:defRPr sz="3600" b="0" i="0" spc="0" baseline="0">
                <a:solidFill>
                  <a:srgbClr val="38C6F4"/>
                </a:solidFill>
                <a:latin typeface="+mj-lt"/>
                <a:cs typeface="CiscoSans Thin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grpSp>
        <p:nvGrpSpPr>
          <p:cNvPr id="6" name="Group 4"/>
          <p:cNvGrpSpPr>
            <a:grpSpLocks noChangeAspect="1"/>
          </p:cNvGrpSpPr>
          <p:nvPr userDrawn="1"/>
        </p:nvGrpSpPr>
        <p:grpSpPr bwMode="auto">
          <a:xfrm>
            <a:off x="492125" y="395288"/>
            <a:ext cx="796924" cy="423863"/>
            <a:chOff x="310" y="249"/>
            <a:chExt cx="502" cy="267"/>
          </a:xfrm>
          <a:solidFill>
            <a:schemeClr val="accent5"/>
          </a:solidFill>
        </p:grpSpPr>
        <p:sp>
          <p:nvSpPr>
            <p:cNvPr id="9" name="Rectangle 5"/>
            <p:cNvSpPr>
              <a:spLocks noChangeArrowheads="1"/>
            </p:cNvSpPr>
            <p:nvPr userDrawn="1"/>
          </p:nvSpPr>
          <p:spPr bwMode="auto">
            <a:xfrm>
              <a:off x="452" y="426"/>
              <a:ext cx="22" cy="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0" name="Freeform 6"/>
            <p:cNvSpPr>
              <a:spLocks/>
            </p:cNvSpPr>
            <p:nvPr userDrawn="1"/>
          </p:nvSpPr>
          <p:spPr bwMode="auto">
            <a:xfrm>
              <a:off x="585" y="425"/>
              <a:ext cx="66" cy="91"/>
            </a:xfrm>
            <a:custGeom>
              <a:avLst/>
              <a:gdLst>
                <a:gd name="T0" fmla="*/ 51 w 51"/>
                <a:gd name="T1" fmla="*/ 20 h 69"/>
                <a:gd name="T2" fmla="*/ 37 w 51"/>
                <a:gd name="T3" fmla="*/ 16 h 69"/>
                <a:gd name="T4" fmla="*/ 18 w 51"/>
                <a:gd name="T5" fmla="*/ 34 h 69"/>
                <a:gd name="T6" fmla="*/ 37 w 51"/>
                <a:gd name="T7" fmla="*/ 52 h 69"/>
                <a:gd name="T8" fmla="*/ 51 w 51"/>
                <a:gd name="T9" fmla="*/ 49 h 69"/>
                <a:gd name="T10" fmla="*/ 51 w 51"/>
                <a:gd name="T11" fmla="*/ 67 h 69"/>
                <a:gd name="T12" fmla="*/ 35 w 51"/>
                <a:gd name="T13" fmla="*/ 69 h 69"/>
                <a:gd name="T14" fmla="*/ 0 w 51"/>
                <a:gd name="T15" fmla="*/ 34 h 69"/>
                <a:gd name="T16" fmla="*/ 35 w 51"/>
                <a:gd name="T17" fmla="*/ 0 h 69"/>
                <a:gd name="T18" fmla="*/ 51 w 51"/>
                <a:gd name="T19" fmla="*/ 2 h 69"/>
                <a:gd name="T20" fmla="*/ 51 w 51"/>
                <a:gd name="T21" fmla="*/ 20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1" h="69">
                  <a:moveTo>
                    <a:pt x="51" y="20"/>
                  </a:moveTo>
                  <a:cubicBezTo>
                    <a:pt x="50" y="20"/>
                    <a:pt x="45" y="16"/>
                    <a:pt x="37" y="16"/>
                  </a:cubicBezTo>
                  <a:cubicBezTo>
                    <a:pt x="26" y="16"/>
                    <a:pt x="18" y="24"/>
                    <a:pt x="18" y="34"/>
                  </a:cubicBezTo>
                  <a:cubicBezTo>
                    <a:pt x="18" y="44"/>
                    <a:pt x="25" y="52"/>
                    <a:pt x="37" y="52"/>
                  </a:cubicBezTo>
                  <a:cubicBezTo>
                    <a:pt x="45" y="52"/>
                    <a:pt x="50" y="49"/>
                    <a:pt x="51" y="49"/>
                  </a:cubicBezTo>
                  <a:cubicBezTo>
                    <a:pt x="51" y="67"/>
                    <a:pt x="51" y="67"/>
                    <a:pt x="51" y="67"/>
                  </a:cubicBezTo>
                  <a:cubicBezTo>
                    <a:pt x="49" y="67"/>
                    <a:pt x="43" y="69"/>
                    <a:pt x="35" y="69"/>
                  </a:cubicBezTo>
                  <a:cubicBezTo>
                    <a:pt x="16" y="69"/>
                    <a:pt x="0" y="56"/>
                    <a:pt x="0" y="34"/>
                  </a:cubicBezTo>
                  <a:cubicBezTo>
                    <a:pt x="0" y="14"/>
                    <a:pt x="15" y="0"/>
                    <a:pt x="35" y="0"/>
                  </a:cubicBezTo>
                  <a:cubicBezTo>
                    <a:pt x="43" y="0"/>
                    <a:pt x="49" y="2"/>
                    <a:pt x="51" y="2"/>
                  </a:cubicBezTo>
                  <a:lnTo>
                    <a:pt x="51" y="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2" name="Freeform 7"/>
            <p:cNvSpPr>
              <a:spLocks/>
            </p:cNvSpPr>
            <p:nvPr userDrawn="1"/>
          </p:nvSpPr>
          <p:spPr bwMode="auto">
            <a:xfrm>
              <a:off x="355" y="425"/>
              <a:ext cx="67" cy="91"/>
            </a:xfrm>
            <a:custGeom>
              <a:avLst/>
              <a:gdLst>
                <a:gd name="T0" fmla="*/ 51 w 51"/>
                <a:gd name="T1" fmla="*/ 20 h 69"/>
                <a:gd name="T2" fmla="*/ 36 w 51"/>
                <a:gd name="T3" fmla="*/ 16 h 69"/>
                <a:gd name="T4" fmla="*/ 18 w 51"/>
                <a:gd name="T5" fmla="*/ 34 h 69"/>
                <a:gd name="T6" fmla="*/ 36 w 51"/>
                <a:gd name="T7" fmla="*/ 52 h 69"/>
                <a:gd name="T8" fmla="*/ 51 w 51"/>
                <a:gd name="T9" fmla="*/ 49 h 69"/>
                <a:gd name="T10" fmla="*/ 51 w 51"/>
                <a:gd name="T11" fmla="*/ 67 h 69"/>
                <a:gd name="T12" fmla="*/ 35 w 51"/>
                <a:gd name="T13" fmla="*/ 69 h 69"/>
                <a:gd name="T14" fmla="*/ 0 w 51"/>
                <a:gd name="T15" fmla="*/ 34 h 69"/>
                <a:gd name="T16" fmla="*/ 35 w 51"/>
                <a:gd name="T17" fmla="*/ 0 h 69"/>
                <a:gd name="T18" fmla="*/ 51 w 51"/>
                <a:gd name="T19" fmla="*/ 2 h 69"/>
                <a:gd name="T20" fmla="*/ 51 w 51"/>
                <a:gd name="T21" fmla="*/ 20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1" h="69">
                  <a:moveTo>
                    <a:pt x="51" y="20"/>
                  </a:moveTo>
                  <a:cubicBezTo>
                    <a:pt x="50" y="20"/>
                    <a:pt x="45" y="16"/>
                    <a:pt x="36" y="16"/>
                  </a:cubicBezTo>
                  <a:cubicBezTo>
                    <a:pt x="25" y="16"/>
                    <a:pt x="18" y="24"/>
                    <a:pt x="18" y="34"/>
                  </a:cubicBezTo>
                  <a:cubicBezTo>
                    <a:pt x="18" y="44"/>
                    <a:pt x="25" y="52"/>
                    <a:pt x="36" y="52"/>
                  </a:cubicBezTo>
                  <a:cubicBezTo>
                    <a:pt x="44" y="52"/>
                    <a:pt x="50" y="49"/>
                    <a:pt x="51" y="49"/>
                  </a:cubicBezTo>
                  <a:cubicBezTo>
                    <a:pt x="51" y="67"/>
                    <a:pt x="51" y="67"/>
                    <a:pt x="51" y="67"/>
                  </a:cubicBezTo>
                  <a:cubicBezTo>
                    <a:pt x="49" y="67"/>
                    <a:pt x="43" y="69"/>
                    <a:pt x="35" y="69"/>
                  </a:cubicBezTo>
                  <a:cubicBezTo>
                    <a:pt x="16" y="69"/>
                    <a:pt x="0" y="56"/>
                    <a:pt x="0" y="34"/>
                  </a:cubicBezTo>
                  <a:cubicBezTo>
                    <a:pt x="0" y="14"/>
                    <a:pt x="15" y="0"/>
                    <a:pt x="35" y="0"/>
                  </a:cubicBezTo>
                  <a:cubicBezTo>
                    <a:pt x="43" y="0"/>
                    <a:pt x="49" y="2"/>
                    <a:pt x="51" y="2"/>
                  </a:cubicBezTo>
                  <a:lnTo>
                    <a:pt x="51" y="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3" name="Freeform 8"/>
            <p:cNvSpPr>
              <a:spLocks noEditPoints="1"/>
            </p:cNvSpPr>
            <p:nvPr userDrawn="1"/>
          </p:nvSpPr>
          <p:spPr bwMode="auto">
            <a:xfrm>
              <a:off x="675" y="425"/>
              <a:ext cx="91" cy="91"/>
            </a:xfrm>
            <a:custGeom>
              <a:avLst/>
              <a:gdLst>
                <a:gd name="T0" fmla="*/ 70 w 70"/>
                <a:gd name="T1" fmla="*/ 34 h 69"/>
                <a:gd name="T2" fmla="*/ 35 w 70"/>
                <a:gd name="T3" fmla="*/ 69 h 69"/>
                <a:gd name="T4" fmla="*/ 0 w 70"/>
                <a:gd name="T5" fmla="*/ 34 h 69"/>
                <a:gd name="T6" fmla="*/ 35 w 70"/>
                <a:gd name="T7" fmla="*/ 0 h 69"/>
                <a:gd name="T8" fmla="*/ 70 w 70"/>
                <a:gd name="T9" fmla="*/ 34 h 69"/>
                <a:gd name="T10" fmla="*/ 35 w 70"/>
                <a:gd name="T11" fmla="*/ 17 h 69"/>
                <a:gd name="T12" fmla="*/ 18 w 70"/>
                <a:gd name="T13" fmla="*/ 34 h 69"/>
                <a:gd name="T14" fmla="*/ 35 w 70"/>
                <a:gd name="T15" fmla="*/ 52 h 69"/>
                <a:gd name="T16" fmla="*/ 52 w 70"/>
                <a:gd name="T17" fmla="*/ 34 h 69"/>
                <a:gd name="T18" fmla="*/ 35 w 70"/>
                <a:gd name="T19" fmla="*/ 17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70" h="69">
                  <a:moveTo>
                    <a:pt x="70" y="34"/>
                  </a:moveTo>
                  <a:cubicBezTo>
                    <a:pt x="70" y="53"/>
                    <a:pt x="56" y="69"/>
                    <a:pt x="35" y="69"/>
                  </a:cubicBezTo>
                  <a:cubicBezTo>
                    <a:pt x="14" y="69"/>
                    <a:pt x="0" y="53"/>
                    <a:pt x="0" y="34"/>
                  </a:cubicBezTo>
                  <a:cubicBezTo>
                    <a:pt x="0" y="15"/>
                    <a:pt x="14" y="0"/>
                    <a:pt x="35" y="0"/>
                  </a:cubicBezTo>
                  <a:cubicBezTo>
                    <a:pt x="56" y="0"/>
                    <a:pt x="70" y="15"/>
                    <a:pt x="70" y="34"/>
                  </a:cubicBezTo>
                  <a:close/>
                  <a:moveTo>
                    <a:pt x="35" y="17"/>
                  </a:moveTo>
                  <a:cubicBezTo>
                    <a:pt x="25" y="17"/>
                    <a:pt x="18" y="25"/>
                    <a:pt x="18" y="34"/>
                  </a:cubicBezTo>
                  <a:cubicBezTo>
                    <a:pt x="18" y="44"/>
                    <a:pt x="25" y="52"/>
                    <a:pt x="35" y="52"/>
                  </a:cubicBezTo>
                  <a:cubicBezTo>
                    <a:pt x="45" y="52"/>
                    <a:pt x="52" y="44"/>
                    <a:pt x="52" y="34"/>
                  </a:cubicBezTo>
                  <a:cubicBezTo>
                    <a:pt x="52" y="25"/>
                    <a:pt x="45" y="17"/>
                    <a:pt x="35" y="17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4" name="Freeform 9"/>
            <p:cNvSpPr>
              <a:spLocks/>
            </p:cNvSpPr>
            <p:nvPr userDrawn="1"/>
          </p:nvSpPr>
          <p:spPr bwMode="auto">
            <a:xfrm>
              <a:off x="503" y="425"/>
              <a:ext cx="60" cy="91"/>
            </a:xfrm>
            <a:custGeom>
              <a:avLst/>
              <a:gdLst>
                <a:gd name="T0" fmla="*/ 42 w 46"/>
                <a:gd name="T1" fmla="*/ 16 h 69"/>
                <a:gd name="T2" fmla="*/ 29 w 46"/>
                <a:gd name="T3" fmla="*/ 14 h 69"/>
                <a:gd name="T4" fmla="*/ 18 w 46"/>
                <a:gd name="T5" fmla="*/ 20 h 69"/>
                <a:gd name="T6" fmla="*/ 26 w 46"/>
                <a:gd name="T7" fmla="*/ 26 h 69"/>
                <a:gd name="T8" fmla="*/ 30 w 46"/>
                <a:gd name="T9" fmla="*/ 27 h 69"/>
                <a:gd name="T10" fmla="*/ 46 w 46"/>
                <a:gd name="T11" fmla="*/ 47 h 69"/>
                <a:gd name="T12" fmla="*/ 19 w 46"/>
                <a:gd name="T13" fmla="*/ 69 h 69"/>
                <a:gd name="T14" fmla="*/ 1 w 46"/>
                <a:gd name="T15" fmla="*/ 67 h 69"/>
                <a:gd name="T16" fmla="*/ 1 w 46"/>
                <a:gd name="T17" fmla="*/ 52 h 69"/>
                <a:gd name="T18" fmla="*/ 16 w 46"/>
                <a:gd name="T19" fmla="*/ 54 h 69"/>
                <a:gd name="T20" fmla="*/ 29 w 46"/>
                <a:gd name="T21" fmla="*/ 48 h 69"/>
                <a:gd name="T22" fmla="*/ 21 w 46"/>
                <a:gd name="T23" fmla="*/ 41 h 69"/>
                <a:gd name="T24" fmla="*/ 18 w 46"/>
                <a:gd name="T25" fmla="*/ 40 h 69"/>
                <a:gd name="T26" fmla="*/ 0 w 46"/>
                <a:gd name="T27" fmla="*/ 21 h 69"/>
                <a:gd name="T28" fmla="*/ 25 w 46"/>
                <a:gd name="T29" fmla="*/ 0 h 69"/>
                <a:gd name="T30" fmla="*/ 42 w 46"/>
                <a:gd name="T31" fmla="*/ 2 h 69"/>
                <a:gd name="T32" fmla="*/ 42 w 46"/>
                <a:gd name="T33" fmla="*/ 16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46" h="69">
                  <a:moveTo>
                    <a:pt x="42" y="16"/>
                  </a:moveTo>
                  <a:cubicBezTo>
                    <a:pt x="41" y="16"/>
                    <a:pt x="34" y="14"/>
                    <a:pt x="29" y="14"/>
                  </a:cubicBezTo>
                  <a:cubicBezTo>
                    <a:pt x="22" y="14"/>
                    <a:pt x="18" y="16"/>
                    <a:pt x="18" y="20"/>
                  </a:cubicBezTo>
                  <a:cubicBezTo>
                    <a:pt x="18" y="24"/>
                    <a:pt x="23" y="25"/>
                    <a:pt x="26" y="26"/>
                  </a:cubicBezTo>
                  <a:cubicBezTo>
                    <a:pt x="30" y="27"/>
                    <a:pt x="30" y="27"/>
                    <a:pt x="30" y="27"/>
                  </a:cubicBezTo>
                  <a:cubicBezTo>
                    <a:pt x="41" y="31"/>
                    <a:pt x="46" y="38"/>
                    <a:pt x="46" y="47"/>
                  </a:cubicBezTo>
                  <a:cubicBezTo>
                    <a:pt x="46" y="63"/>
                    <a:pt x="32" y="69"/>
                    <a:pt x="19" y="69"/>
                  </a:cubicBezTo>
                  <a:cubicBezTo>
                    <a:pt x="10" y="69"/>
                    <a:pt x="1" y="67"/>
                    <a:pt x="1" y="67"/>
                  </a:cubicBezTo>
                  <a:cubicBezTo>
                    <a:pt x="1" y="52"/>
                    <a:pt x="1" y="52"/>
                    <a:pt x="1" y="52"/>
                  </a:cubicBezTo>
                  <a:cubicBezTo>
                    <a:pt x="2" y="52"/>
                    <a:pt x="9" y="54"/>
                    <a:pt x="16" y="54"/>
                  </a:cubicBezTo>
                  <a:cubicBezTo>
                    <a:pt x="25" y="54"/>
                    <a:pt x="29" y="52"/>
                    <a:pt x="29" y="48"/>
                  </a:cubicBezTo>
                  <a:cubicBezTo>
                    <a:pt x="29" y="45"/>
                    <a:pt x="25" y="43"/>
                    <a:pt x="21" y="41"/>
                  </a:cubicBezTo>
                  <a:cubicBezTo>
                    <a:pt x="20" y="41"/>
                    <a:pt x="19" y="41"/>
                    <a:pt x="18" y="40"/>
                  </a:cubicBezTo>
                  <a:cubicBezTo>
                    <a:pt x="8" y="37"/>
                    <a:pt x="0" y="32"/>
                    <a:pt x="0" y="21"/>
                  </a:cubicBezTo>
                  <a:cubicBezTo>
                    <a:pt x="0" y="8"/>
                    <a:pt x="10" y="0"/>
                    <a:pt x="25" y="0"/>
                  </a:cubicBezTo>
                  <a:cubicBezTo>
                    <a:pt x="34" y="0"/>
                    <a:pt x="41" y="2"/>
                    <a:pt x="42" y="2"/>
                  </a:cubicBezTo>
                  <a:lnTo>
                    <a:pt x="42" y="1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5" name="Freeform 10"/>
            <p:cNvSpPr>
              <a:spLocks/>
            </p:cNvSpPr>
            <p:nvPr userDrawn="1"/>
          </p:nvSpPr>
          <p:spPr bwMode="auto">
            <a:xfrm>
              <a:off x="31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8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8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8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1" name="Freeform 11"/>
            <p:cNvSpPr>
              <a:spLocks/>
            </p:cNvSpPr>
            <p:nvPr userDrawn="1"/>
          </p:nvSpPr>
          <p:spPr bwMode="auto">
            <a:xfrm>
              <a:off x="37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8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8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8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2" name="Freeform 12"/>
            <p:cNvSpPr>
              <a:spLocks/>
            </p:cNvSpPr>
            <p:nvPr userDrawn="1"/>
          </p:nvSpPr>
          <p:spPr bwMode="auto">
            <a:xfrm>
              <a:off x="430" y="249"/>
              <a:ext cx="22" cy="139"/>
            </a:xfrm>
            <a:custGeom>
              <a:avLst/>
              <a:gdLst>
                <a:gd name="T0" fmla="*/ 17 w 17"/>
                <a:gd name="T1" fmla="*/ 8 h 106"/>
                <a:gd name="T2" fmla="*/ 8 w 17"/>
                <a:gd name="T3" fmla="*/ 0 h 106"/>
                <a:gd name="T4" fmla="*/ 0 w 17"/>
                <a:gd name="T5" fmla="*/ 8 h 106"/>
                <a:gd name="T6" fmla="*/ 0 w 17"/>
                <a:gd name="T7" fmla="*/ 97 h 106"/>
                <a:gd name="T8" fmla="*/ 8 w 17"/>
                <a:gd name="T9" fmla="*/ 106 h 106"/>
                <a:gd name="T10" fmla="*/ 17 w 17"/>
                <a:gd name="T11" fmla="*/ 97 h 106"/>
                <a:gd name="T12" fmla="*/ 17 w 17"/>
                <a:gd name="T13" fmla="*/ 8 h 1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106">
                  <a:moveTo>
                    <a:pt x="17" y="8"/>
                  </a:moveTo>
                  <a:cubicBezTo>
                    <a:pt x="17" y="4"/>
                    <a:pt x="13" y="0"/>
                    <a:pt x="8" y="0"/>
                  </a:cubicBezTo>
                  <a:cubicBezTo>
                    <a:pt x="4" y="0"/>
                    <a:pt x="0" y="4"/>
                    <a:pt x="0" y="8"/>
                  </a:cubicBezTo>
                  <a:cubicBezTo>
                    <a:pt x="0" y="97"/>
                    <a:pt x="0" y="97"/>
                    <a:pt x="0" y="97"/>
                  </a:cubicBezTo>
                  <a:cubicBezTo>
                    <a:pt x="0" y="102"/>
                    <a:pt x="4" y="106"/>
                    <a:pt x="8" y="106"/>
                  </a:cubicBezTo>
                  <a:cubicBezTo>
                    <a:pt x="13" y="106"/>
                    <a:pt x="17" y="102"/>
                    <a:pt x="17" y="97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3" name="Freeform 13"/>
            <p:cNvSpPr>
              <a:spLocks/>
            </p:cNvSpPr>
            <p:nvPr userDrawn="1"/>
          </p:nvSpPr>
          <p:spPr bwMode="auto">
            <a:xfrm>
              <a:off x="49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8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8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8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4" name="Freeform 14"/>
            <p:cNvSpPr>
              <a:spLocks/>
            </p:cNvSpPr>
            <p:nvPr userDrawn="1"/>
          </p:nvSpPr>
          <p:spPr bwMode="auto">
            <a:xfrm>
              <a:off x="55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8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8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8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5" name="Freeform 15"/>
            <p:cNvSpPr>
              <a:spLocks/>
            </p:cNvSpPr>
            <p:nvPr userDrawn="1"/>
          </p:nvSpPr>
          <p:spPr bwMode="auto">
            <a:xfrm>
              <a:off x="61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9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9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9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6" name="Freeform 16"/>
            <p:cNvSpPr>
              <a:spLocks/>
            </p:cNvSpPr>
            <p:nvPr userDrawn="1"/>
          </p:nvSpPr>
          <p:spPr bwMode="auto">
            <a:xfrm>
              <a:off x="670" y="249"/>
              <a:ext cx="22" cy="139"/>
            </a:xfrm>
            <a:custGeom>
              <a:avLst/>
              <a:gdLst>
                <a:gd name="T0" fmla="*/ 17 w 17"/>
                <a:gd name="T1" fmla="*/ 8 h 106"/>
                <a:gd name="T2" fmla="*/ 9 w 17"/>
                <a:gd name="T3" fmla="*/ 0 h 106"/>
                <a:gd name="T4" fmla="*/ 0 w 17"/>
                <a:gd name="T5" fmla="*/ 8 h 106"/>
                <a:gd name="T6" fmla="*/ 0 w 17"/>
                <a:gd name="T7" fmla="*/ 97 h 106"/>
                <a:gd name="T8" fmla="*/ 9 w 17"/>
                <a:gd name="T9" fmla="*/ 106 h 106"/>
                <a:gd name="T10" fmla="*/ 17 w 17"/>
                <a:gd name="T11" fmla="*/ 97 h 106"/>
                <a:gd name="T12" fmla="*/ 17 w 17"/>
                <a:gd name="T13" fmla="*/ 8 h 1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106">
                  <a:moveTo>
                    <a:pt x="17" y="8"/>
                  </a:moveTo>
                  <a:cubicBezTo>
                    <a:pt x="17" y="4"/>
                    <a:pt x="13" y="0"/>
                    <a:pt x="9" y="0"/>
                  </a:cubicBezTo>
                  <a:cubicBezTo>
                    <a:pt x="4" y="0"/>
                    <a:pt x="0" y="4"/>
                    <a:pt x="0" y="8"/>
                  </a:cubicBezTo>
                  <a:cubicBezTo>
                    <a:pt x="0" y="97"/>
                    <a:pt x="0" y="97"/>
                    <a:pt x="0" y="97"/>
                  </a:cubicBezTo>
                  <a:cubicBezTo>
                    <a:pt x="0" y="102"/>
                    <a:pt x="4" y="106"/>
                    <a:pt x="9" y="106"/>
                  </a:cubicBezTo>
                  <a:cubicBezTo>
                    <a:pt x="13" y="106"/>
                    <a:pt x="17" y="102"/>
                    <a:pt x="17" y="97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7" name="Freeform 17"/>
            <p:cNvSpPr>
              <a:spLocks/>
            </p:cNvSpPr>
            <p:nvPr userDrawn="1"/>
          </p:nvSpPr>
          <p:spPr bwMode="auto">
            <a:xfrm>
              <a:off x="73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9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9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9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8" name="Freeform 18"/>
            <p:cNvSpPr>
              <a:spLocks/>
            </p:cNvSpPr>
            <p:nvPr userDrawn="1"/>
          </p:nvSpPr>
          <p:spPr bwMode="auto">
            <a:xfrm>
              <a:off x="79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9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9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9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3086725553"/>
      </p:ext>
    </p:extLst>
  </p:cSld>
  <p:clrMapOvr>
    <a:masterClrMapping/>
  </p:clrMapOvr>
  <p:transition spd="slow">
    <p:wipe/>
  </p:transition>
  <p:extLst>
    <p:ext uri="{DCECCB84-F9BA-43D5-87BE-67443E8EF086}">
      <p15:sldGuideLst xmlns:p15="http://schemas.microsoft.com/office/powerpoint/2012/main">
        <p15:guide id="1" orient="horz" pos="228" userDrawn="1">
          <p15:clr>
            <a:srgbClr val="FBAE40"/>
          </p15:clr>
        </p15:guide>
        <p15:guide id="2" pos="360" userDrawn="1">
          <p15:clr>
            <a:srgbClr val="FBAE40"/>
          </p15:clr>
        </p15:guide>
        <p15:guide id="3" orient="horz" pos="518" userDrawn="1">
          <p15:clr>
            <a:srgbClr val="FBAE40"/>
          </p15:clr>
        </p15:guide>
        <p15:guide id="4" pos="812" userDrawn="1">
          <p15:clr>
            <a:srgbClr val="FBAE40"/>
          </p15:clr>
        </p15:guide>
        <p15:guide id="5" pos="311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5_Title Slide-animated gradient"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Subtitle 2"/>
          <p:cNvSpPr>
            <a:spLocks noGrp="1"/>
          </p:cNvSpPr>
          <p:nvPr>
            <p:ph type="subTitle" idx="1"/>
          </p:nvPr>
        </p:nvSpPr>
        <p:spPr>
          <a:xfrm>
            <a:off x="469496" y="3809526"/>
            <a:ext cx="4319105" cy="288131"/>
          </a:xfrm>
          <a:prstGeom prst="rect">
            <a:avLst/>
          </a:prstGeom>
        </p:spPr>
        <p:txBody>
          <a:bodyPr lIns="91420" tIns="45710" rIns="91420" bIns="45710" anchor="b" anchorCtr="0">
            <a:noAutofit/>
          </a:bodyPr>
          <a:lstStyle>
            <a:lvl1pPr marL="0" indent="0" algn="l">
              <a:buNone/>
              <a:defRPr sz="1200" b="0" i="0">
                <a:solidFill>
                  <a:schemeClr val="accent1"/>
                </a:solidFill>
                <a:latin typeface="+mn-lt"/>
                <a:cs typeface="CiscoSans"/>
              </a:defRPr>
            </a:lvl1pPr>
            <a:lvl2pPr marL="34285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7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57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44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29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16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0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288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17" name="Text Placeholder 38"/>
          <p:cNvSpPr>
            <a:spLocks noGrp="1"/>
          </p:cNvSpPr>
          <p:nvPr>
            <p:ph type="body" sz="quarter" idx="11"/>
          </p:nvPr>
        </p:nvSpPr>
        <p:spPr>
          <a:xfrm>
            <a:off x="469496" y="4049523"/>
            <a:ext cx="4319105" cy="288131"/>
          </a:xfrm>
          <a:prstGeom prst="rect">
            <a:avLst/>
          </a:prstGeom>
        </p:spPr>
        <p:txBody>
          <a:bodyPr lIns="91420" tIns="45710" rIns="91420" bIns="45710"/>
          <a:lstStyle>
            <a:lvl1pPr marL="0" indent="0" algn="l">
              <a:buFontTx/>
              <a:buNone/>
              <a:defRPr lang="en-US" sz="1200" b="0" i="0" kern="1200" dirty="0" smtClean="0">
                <a:solidFill>
                  <a:schemeClr val="accent1"/>
                </a:solidFill>
                <a:latin typeface="+mn-lt"/>
                <a:ea typeface="+mn-ea"/>
                <a:cs typeface="CiscoSans ExtraLight" pitchFamily="34" charset="0"/>
              </a:defRPr>
            </a:lvl1pPr>
            <a:lvl2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0"/>
          <p:cNvSpPr>
            <a:spLocks noGrp="1"/>
          </p:cNvSpPr>
          <p:nvPr>
            <p:ph type="body" sz="quarter" idx="12"/>
          </p:nvPr>
        </p:nvSpPr>
        <p:spPr>
          <a:xfrm>
            <a:off x="469496" y="4289520"/>
            <a:ext cx="4319105" cy="288131"/>
          </a:xfrm>
          <a:prstGeom prst="rect">
            <a:avLst/>
          </a:prstGeom>
        </p:spPr>
        <p:txBody>
          <a:bodyPr lIns="91420" tIns="45710" rIns="91420" bIns="45710"/>
          <a:lstStyle>
            <a:lvl1pPr marL="0" indent="0" algn="l">
              <a:buFontTx/>
              <a:buNone/>
              <a:defRPr lang="en-US" sz="1200" b="0" i="0" kern="1200" dirty="0" smtClean="0">
                <a:solidFill>
                  <a:schemeClr val="accent1"/>
                </a:solidFill>
                <a:latin typeface="+mn-lt"/>
                <a:ea typeface="+mn-ea"/>
                <a:cs typeface="CiscoSans ExtraLight" pitchFamily="34" charset="0"/>
              </a:defRPr>
            </a:lvl1pPr>
            <a:lvl2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grpSp>
        <p:nvGrpSpPr>
          <p:cNvPr id="6" name="Group 4"/>
          <p:cNvGrpSpPr>
            <a:grpSpLocks noChangeAspect="1"/>
          </p:cNvGrpSpPr>
          <p:nvPr userDrawn="1"/>
        </p:nvGrpSpPr>
        <p:grpSpPr bwMode="auto">
          <a:xfrm>
            <a:off x="492125" y="395288"/>
            <a:ext cx="796924" cy="423863"/>
            <a:chOff x="310" y="249"/>
            <a:chExt cx="502" cy="267"/>
          </a:xfrm>
          <a:solidFill>
            <a:srgbClr val="004C69"/>
          </a:solidFill>
        </p:grpSpPr>
        <p:sp>
          <p:nvSpPr>
            <p:cNvPr id="9" name="Rectangle 5"/>
            <p:cNvSpPr>
              <a:spLocks noChangeArrowheads="1"/>
            </p:cNvSpPr>
            <p:nvPr userDrawn="1"/>
          </p:nvSpPr>
          <p:spPr bwMode="auto">
            <a:xfrm>
              <a:off x="452" y="426"/>
              <a:ext cx="22" cy="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0" name="Freeform 6"/>
            <p:cNvSpPr>
              <a:spLocks/>
            </p:cNvSpPr>
            <p:nvPr userDrawn="1"/>
          </p:nvSpPr>
          <p:spPr bwMode="auto">
            <a:xfrm>
              <a:off x="585" y="425"/>
              <a:ext cx="66" cy="91"/>
            </a:xfrm>
            <a:custGeom>
              <a:avLst/>
              <a:gdLst>
                <a:gd name="T0" fmla="*/ 51 w 51"/>
                <a:gd name="T1" fmla="*/ 20 h 69"/>
                <a:gd name="T2" fmla="*/ 37 w 51"/>
                <a:gd name="T3" fmla="*/ 16 h 69"/>
                <a:gd name="T4" fmla="*/ 18 w 51"/>
                <a:gd name="T5" fmla="*/ 34 h 69"/>
                <a:gd name="T6" fmla="*/ 37 w 51"/>
                <a:gd name="T7" fmla="*/ 52 h 69"/>
                <a:gd name="T8" fmla="*/ 51 w 51"/>
                <a:gd name="T9" fmla="*/ 49 h 69"/>
                <a:gd name="T10" fmla="*/ 51 w 51"/>
                <a:gd name="T11" fmla="*/ 67 h 69"/>
                <a:gd name="T12" fmla="*/ 35 w 51"/>
                <a:gd name="T13" fmla="*/ 69 h 69"/>
                <a:gd name="T14" fmla="*/ 0 w 51"/>
                <a:gd name="T15" fmla="*/ 34 h 69"/>
                <a:gd name="T16" fmla="*/ 35 w 51"/>
                <a:gd name="T17" fmla="*/ 0 h 69"/>
                <a:gd name="T18" fmla="*/ 51 w 51"/>
                <a:gd name="T19" fmla="*/ 2 h 69"/>
                <a:gd name="T20" fmla="*/ 51 w 51"/>
                <a:gd name="T21" fmla="*/ 20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1" h="69">
                  <a:moveTo>
                    <a:pt x="51" y="20"/>
                  </a:moveTo>
                  <a:cubicBezTo>
                    <a:pt x="50" y="20"/>
                    <a:pt x="45" y="16"/>
                    <a:pt x="37" y="16"/>
                  </a:cubicBezTo>
                  <a:cubicBezTo>
                    <a:pt x="26" y="16"/>
                    <a:pt x="18" y="24"/>
                    <a:pt x="18" y="34"/>
                  </a:cubicBezTo>
                  <a:cubicBezTo>
                    <a:pt x="18" y="44"/>
                    <a:pt x="25" y="52"/>
                    <a:pt x="37" y="52"/>
                  </a:cubicBezTo>
                  <a:cubicBezTo>
                    <a:pt x="45" y="52"/>
                    <a:pt x="50" y="49"/>
                    <a:pt x="51" y="49"/>
                  </a:cubicBezTo>
                  <a:cubicBezTo>
                    <a:pt x="51" y="67"/>
                    <a:pt x="51" y="67"/>
                    <a:pt x="51" y="67"/>
                  </a:cubicBezTo>
                  <a:cubicBezTo>
                    <a:pt x="49" y="67"/>
                    <a:pt x="43" y="69"/>
                    <a:pt x="35" y="69"/>
                  </a:cubicBezTo>
                  <a:cubicBezTo>
                    <a:pt x="16" y="69"/>
                    <a:pt x="0" y="56"/>
                    <a:pt x="0" y="34"/>
                  </a:cubicBezTo>
                  <a:cubicBezTo>
                    <a:pt x="0" y="14"/>
                    <a:pt x="15" y="0"/>
                    <a:pt x="35" y="0"/>
                  </a:cubicBezTo>
                  <a:cubicBezTo>
                    <a:pt x="43" y="0"/>
                    <a:pt x="49" y="2"/>
                    <a:pt x="51" y="2"/>
                  </a:cubicBezTo>
                  <a:lnTo>
                    <a:pt x="51" y="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2" name="Freeform 7"/>
            <p:cNvSpPr>
              <a:spLocks/>
            </p:cNvSpPr>
            <p:nvPr userDrawn="1"/>
          </p:nvSpPr>
          <p:spPr bwMode="auto">
            <a:xfrm>
              <a:off x="355" y="425"/>
              <a:ext cx="67" cy="91"/>
            </a:xfrm>
            <a:custGeom>
              <a:avLst/>
              <a:gdLst>
                <a:gd name="T0" fmla="*/ 51 w 51"/>
                <a:gd name="T1" fmla="*/ 20 h 69"/>
                <a:gd name="T2" fmla="*/ 36 w 51"/>
                <a:gd name="T3" fmla="*/ 16 h 69"/>
                <a:gd name="T4" fmla="*/ 18 w 51"/>
                <a:gd name="T5" fmla="*/ 34 h 69"/>
                <a:gd name="T6" fmla="*/ 36 w 51"/>
                <a:gd name="T7" fmla="*/ 52 h 69"/>
                <a:gd name="T8" fmla="*/ 51 w 51"/>
                <a:gd name="T9" fmla="*/ 49 h 69"/>
                <a:gd name="T10" fmla="*/ 51 w 51"/>
                <a:gd name="T11" fmla="*/ 67 h 69"/>
                <a:gd name="T12" fmla="*/ 35 w 51"/>
                <a:gd name="T13" fmla="*/ 69 h 69"/>
                <a:gd name="T14" fmla="*/ 0 w 51"/>
                <a:gd name="T15" fmla="*/ 34 h 69"/>
                <a:gd name="T16" fmla="*/ 35 w 51"/>
                <a:gd name="T17" fmla="*/ 0 h 69"/>
                <a:gd name="T18" fmla="*/ 51 w 51"/>
                <a:gd name="T19" fmla="*/ 2 h 69"/>
                <a:gd name="T20" fmla="*/ 51 w 51"/>
                <a:gd name="T21" fmla="*/ 20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1" h="69">
                  <a:moveTo>
                    <a:pt x="51" y="20"/>
                  </a:moveTo>
                  <a:cubicBezTo>
                    <a:pt x="50" y="20"/>
                    <a:pt x="45" y="16"/>
                    <a:pt x="36" y="16"/>
                  </a:cubicBezTo>
                  <a:cubicBezTo>
                    <a:pt x="25" y="16"/>
                    <a:pt x="18" y="24"/>
                    <a:pt x="18" y="34"/>
                  </a:cubicBezTo>
                  <a:cubicBezTo>
                    <a:pt x="18" y="44"/>
                    <a:pt x="25" y="52"/>
                    <a:pt x="36" y="52"/>
                  </a:cubicBezTo>
                  <a:cubicBezTo>
                    <a:pt x="44" y="52"/>
                    <a:pt x="50" y="49"/>
                    <a:pt x="51" y="49"/>
                  </a:cubicBezTo>
                  <a:cubicBezTo>
                    <a:pt x="51" y="67"/>
                    <a:pt x="51" y="67"/>
                    <a:pt x="51" y="67"/>
                  </a:cubicBezTo>
                  <a:cubicBezTo>
                    <a:pt x="49" y="67"/>
                    <a:pt x="43" y="69"/>
                    <a:pt x="35" y="69"/>
                  </a:cubicBezTo>
                  <a:cubicBezTo>
                    <a:pt x="16" y="69"/>
                    <a:pt x="0" y="56"/>
                    <a:pt x="0" y="34"/>
                  </a:cubicBezTo>
                  <a:cubicBezTo>
                    <a:pt x="0" y="14"/>
                    <a:pt x="15" y="0"/>
                    <a:pt x="35" y="0"/>
                  </a:cubicBezTo>
                  <a:cubicBezTo>
                    <a:pt x="43" y="0"/>
                    <a:pt x="49" y="2"/>
                    <a:pt x="51" y="2"/>
                  </a:cubicBezTo>
                  <a:lnTo>
                    <a:pt x="51" y="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3" name="Freeform 8"/>
            <p:cNvSpPr>
              <a:spLocks noEditPoints="1"/>
            </p:cNvSpPr>
            <p:nvPr userDrawn="1"/>
          </p:nvSpPr>
          <p:spPr bwMode="auto">
            <a:xfrm>
              <a:off x="675" y="425"/>
              <a:ext cx="91" cy="91"/>
            </a:xfrm>
            <a:custGeom>
              <a:avLst/>
              <a:gdLst>
                <a:gd name="T0" fmla="*/ 70 w 70"/>
                <a:gd name="T1" fmla="*/ 34 h 69"/>
                <a:gd name="T2" fmla="*/ 35 w 70"/>
                <a:gd name="T3" fmla="*/ 69 h 69"/>
                <a:gd name="T4" fmla="*/ 0 w 70"/>
                <a:gd name="T5" fmla="*/ 34 h 69"/>
                <a:gd name="T6" fmla="*/ 35 w 70"/>
                <a:gd name="T7" fmla="*/ 0 h 69"/>
                <a:gd name="T8" fmla="*/ 70 w 70"/>
                <a:gd name="T9" fmla="*/ 34 h 69"/>
                <a:gd name="T10" fmla="*/ 35 w 70"/>
                <a:gd name="T11" fmla="*/ 17 h 69"/>
                <a:gd name="T12" fmla="*/ 18 w 70"/>
                <a:gd name="T13" fmla="*/ 34 h 69"/>
                <a:gd name="T14" fmla="*/ 35 w 70"/>
                <a:gd name="T15" fmla="*/ 52 h 69"/>
                <a:gd name="T16" fmla="*/ 52 w 70"/>
                <a:gd name="T17" fmla="*/ 34 h 69"/>
                <a:gd name="T18" fmla="*/ 35 w 70"/>
                <a:gd name="T19" fmla="*/ 17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70" h="69">
                  <a:moveTo>
                    <a:pt x="70" y="34"/>
                  </a:moveTo>
                  <a:cubicBezTo>
                    <a:pt x="70" y="53"/>
                    <a:pt x="56" y="69"/>
                    <a:pt x="35" y="69"/>
                  </a:cubicBezTo>
                  <a:cubicBezTo>
                    <a:pt x="14" y="69"/>
                    <a:pt x="0" y="53"/>
                    <a:pt x="0" y="34"/>
                  </a:cubicBezTo>
                  <a:cubicBezTo>
                    <a:pt x="0" y="15"/>
                    <a:pt x="14" y="0"/>
                    <a:pt x="35" y="0"/>
                  </a:cubicBezTo>
                  <a:cubicBezTo>
                    <a:pt x="56" y="0"/>
                    <a:pt x="70" y="15"/>
                    <a:pt x="70" y="34"/>
                  </a:cubicBezTo>
                  <a:close/>
                  <a:moveTo>
                    <a:pt x="35" y="17"/>
                  </a:moveTo>
                  <a:cubicBezTo>
                    <a:pt x="25" y="17"/>
                    <a:pt x="18" y="25"/>
                    <a:pt x="18" y="34"/>
                  </a:cubicBezTo>
                  <a:cubicBezTo>
                    <a:pt x="18" y="44"/>
                    <a:pt x="25" y="52"/>
                    <a:pt x="35" y="52"/>
                  </a:cubicBezTo>
                  <a:cubicBezTo>
                    <a:pt x="45" y="52"/>
                    <a:pt x="52" y="44"/>
                    <a:pt x="52" y="34"/>
                  </a:cubicBezTo>
                  <a:cubicBezTo>
                    <a:pt x="52" y="25"/>
                    <a:pt x="45" y="17"/>
                    <a:pt x="35" y="17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4" name="Freeform 9"/>
            <p:cNvSpPr>
              <a:spLocks/>
            </p:cNvSpPr>
            <p:nvPr userDrawn="1"/>
          </p:nvSpPr>
          <p:spPr bwMode="auto">
            <a:xfrm>
              <a:off x="503" y="425"/>
              <a:ext cx="60" cy="91"/>
            </a:xfrm>
            <a:custGeom>
              <a:avLst/>
              <a:gdLst>
                <a:gd name="T0" fmla="*/ 42 w 46"/>
                <a:gd name="T1" fmla="*/ 16 h 69"/>
                <a:gd name="T2" fmla="*/ 29 w 46"/>
                <a:gd name="T3" fmla="*/ 14 h 69"/>
                <a:gd name="T4" fmla="*/ 18 w 46"/>
                <a:gd name="T5" fmla="*/ 20 h 69"/>
                <a:gd name="T6" fmla="*/ 26 w 46"/>
                <a:gd name="T7" fmla="*/ 26 h 69"/>
                <a:gd name="T8" fmla="*/ 30 w 46"/>
                <a:gd name="T9" fmla="*/ 27 h 69"/>
                <a:gd name="T10" fmla="*/ 46 w 46"/>
                <a:gd name="T11" fmla="*/ 47 h 69"/>
                <a:gd name="T12" fmla="*/ 19 w 46"/>
                <a:gd name="T13" fmla="*/ 69 h 69"/>
                <a:gd name="T14" fmla="*/ 1 w 46"/>
                <a:gd name="T15" fmla="*/ 67 h 69"/>
                <a:gd name="T16" fmla="*/ 1 w 46"/>
                <a:gd name="T17" fmla="*/ 52 h 69"/>
                <a:gd name="T18" fmla="*/ 16 w 46"/>
                <a:gd name="T19" fmla="*/ 54 h 69"/>
                <a:gd name="T20" fmla="*/ 29 w 46"/>
                <a:gd name="T21" fmla="*/ 48 h 69"/>
                <a:gd name="T22" fmla="*/ 21 w 46"/>
                <a:gd name="T23" fmla="*/ 41 h 69"/>
                <a:gd name="T24" fmla="*/ 18 w 46"/>
                <a:gd name="T25" fmla="*/ 40 h 69"/>
                <a:gd name="T26" fmla="*/ 0 w 46"/>
                <a:gd name="T27" fmla="*/ 21 h 69"/>
                <a:gd name="T28" fmla="*/ 25 w 46"/>
                <a:gd name="T29" fmla="*/ 0 h 69"/>
                <a:gd name="T30" fmla="*/ 42 w 46"/>
                <a:gd name="T31" fmla="*/ 2 h 69"/>
                <a:gd name="T32" fmla="*/ 42 w 46"/>
                <a:gd name="T33" fmla="*/ 16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46" h="69">
                  <a:moveTo>
                    <a:pt x="42" y="16"/>
                  </a:moveTo>
                  <a:cubicBezTo>
                    <a:pt x="41" y="16"/>
                    <a:pt x="34" y="14"/>
                    <a:pt x="29" y="14"/>
                  </a:cubicBezTo>
                  <a:cubicBezTo>
                    <a:pt x="22" y="14"/>
                    <a:pt x="18" y="16"/>
                    <a:pt x="18" y="20"/>
                  </a:cubicBezTo>
                  <a:cubicBezTo>
                    <a:pt x="18" y="24"/>
                    <a:pt x="23" y="25"/>
                    <a:pt x="26" y="26"/>
                  </a:cubicBezTo>
                  <a:cubicBezTo>
                    <a:pt x="30" y="27"/>
                    <a:pt x="30" y="27"/>
                    <a:pt x="30" y="27"/>
                  </a:cubicBezTo>
                  <a:cubicBezTo>
                    <a:pt x="41" y="31"/>
                    <a:pt x="46" y="38"/>
                    <a:pt x="46" y="47"/>
                  </a:cubicBezTo>
                  <a:cubicBezTo>
                    <a:pt x="46" y="63"/>
                    <a:pt x="32" y="69"/>
                    <a:pt x="19" y="69"/>
                  </a:cubicBezTo>
                  <a:cubicBezTo>
                    <a:pt x="10" y="69"/>
                    <a:pt x="1" y="67"/>
                    <a:pt x="1" y="67"/>
                  </a:cubicBezTo>
                  <a:cubicBezTo>
                    <a:pt x="1" y="52"/>
                    <a:pt x="1" y="52"/>
                    <a:pt x="1" y="52"/>
                  </a:cubicBezTo>
                  <a:cubicBezTo>
                    <a:pt x="2" y="52"/>
                    <a:pt x="9" y="54"/>
                    <a:pt x="16" y="54"/>
                  </a:cubicBezTo>
                  <a:cubicBezTo>
                    <a:pt x="25" y="54"/>
                    <a:pt x="29" y="52"/>
                    <a:pt x="29" y="48"/>
                  </a:cubicBezTo>
                  <a:cubicBezTo>
                    <a:pt x="29" y="45"/>
                    <a:pt x="25" y="43"/>
                    <a:pt x="21" y="41"/>
                  </a:cubicBezTo>
                  <a:cubicBezTo>
                    <a:pt x="20" y="41"/>
                    <a:pt x="19" y="41"/>
                    <a:pt x="18" y="40"/>
                  </a:cubicBezTo>
                  <a:cubicBezTo>
                    <a:pt x="8" y="37"/>
                    <a:pt x="0" y="32"/>
                    <a:pt x="0" y="21"/>
                  </a:cubicBezTo>
                  <a:cubicBezTo>
                    <a:pt x="0" y="8"/>
                    <a:pt x="10" y="0"/>
                    <a:pt x="25" y="0"/>
                  </a:cubicBezTo>
                  <a:cubicBezTo>
                    <a:pt x="34" y="0"/>
                    <a:pt x="41" y="2"/>
                    <a:pt x="42" y="2"/>
                  </a:cubicBezTo>
                  <a:lnTo>
                    <a:pt x="42" y="1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5" name="Freeform 10"/>
            <p:cNvSpPr>
              <a:spLocks/>
            </p:cNvSpPr>
            <p:nvPr userDrawn="1"/>
          </p:nvSpPr>
          <p:spPr bwMode="auto">
            <a:xfrm>
              <a:off x="31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8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8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8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1" name="Freeform 11"/>
            <p:cNvSpPr>
              <a:spLocks/>
            </p:cNvSpPr>
            <p:nvPr userDrawn="1"/>
          </p:nvSpPr>
          <p:spPr bwMode="auto">
            <a:xfrm>
              <a:off x="37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8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8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8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2" name="Freeform 12"/>
            <p:cNvSpPr>
              <a:spLocks/>
            </p:cNvSpPr>
            <p:nvPr userDrawn="1"/>
          </p:nvSpPr>
          <p:spPr bwMode="auto">
            <a:xfrm>
              <a:off x="430" y="249"/>
              <a:ext cx="22" cy="139"/>
            </a:xfrm>
            <a:custGeom>
              <a:avLst/>
              <a:gdLst>
                <a:gd name="T0" fmla="*/ 17 w 17"/>
                <a:gd name="T1" fmla="*/ 8 h 106"/>
                <a:gd name="T2" fmla="*/ 8 w 17"/>
                <a:gd name="T3" fmla="*/ 0 h 106"/>
                <a:gd name="T4" fmla="*/ 0 w 17"/>
                <a:gd name="T5" fmla="*/ 8 h 106"/>
                <a:gd name="T6" fmla="*/ 0 w 17"/>
                <a:gd name="T7" fmla="*/ 97 h 106"/>
                <a:gd name="T8" fmla="*/ 8 w 17"/>
                <a:gd name="T9" fmla="*/ 106 h 106"/>
                <a:gd name="T10" fmla="*/ 17 w 17"/>
                <a:gd name="T11" fmla="*/ 97 h 106"/>
                <a:gd name="T12" fmla="*/ 17 w 17"/>
                <a:gd name="T13" fmla="*/ 8 h 1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106">
                  <a:moveTo>
                    <a:pt x="17" y="8"/>
                  </a:moveTo>
                  <a:cubicBezTo>
                    <a:pt x="17" y="4"/>
                    <a:pt x="13" y="0"/>
                    <a:pt x="8" y="0"/>
                  </a:cubicBezTo>
                  <a:cubicBezTo>
                    <a:pt x="4" y="0"/>
                    <a:pt x="0" y="4"/>
                    <a:pt x="0" y="8"/>
                  </a:cubicBezTo>
                  <a:cubicBezTo>
                    <a:pt x="0" y="97"/>
                    <a:pt x="0" y="97"/>
                    <a:pt x="0" y="97"/>
                  </a:cubicBezTo>
                  <a:cubicBezTo>
                    <a:pt x="0" y="102"/>
                    <a:pt x="4" y="106"/>
                    <a:pt x="8" y="106"/>
                  </a:cubicBezTo>
                  <a:cubicBezTo>
                    <a:pt x="13" y="106"/>
                    <a:pt x="17" y="102"/>
                    <a:pt x="17" y="97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3" name="Freeform 13"/>
            <p:cNvSpPr>
              <a:spLocks/>
            </p:cNvSpPr>
            <p:nvPr userDrawn="1"/>
          </p:nvSpPr>
          <p:spPr bwMode="auto">
            <a:xfrm>
              <a:off x="49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8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8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8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4" name="Freeform 14"/>
            <p:cNvSpPr>
              <a:spLocks/>
            </p:cNvSpPr>
            <p:nvPr userDrawn="1"/>
          </p:nvSpPr>
          <p:spPr bwMode="auto">
            <a:xfrm>
              <a:off x="55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8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8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8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5" name="Freeform 15"/>
            <p:cNvSpPr>
              <a:spLocks/>
            </p:cNvSpPr>
            <p:nvPr userDrawn="1"/>
          </p:nvSpPr>
          <p:spPr bwMode="auto">
            <a:xfrm>
              <a:off x="61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9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9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9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6" name="Freeform 16"/>
            <p:cNvSpPr>
              <a:spLocks/>
            </p:cNvSpPr>
            <p:nvPr userDrawn="1"/>
          </p:nvSpPr>
          <p:spPr bwMode="auto">
            <a:xfrm>
              <a:off x="670" y="249"/>
              <a:ext cx="22" cy="139"/>
            </a:xfrm>
            <a:custGeom>
              <a:avLst/>
              <a:gdLst>
                <a:gd name="T0" fmla="*/ 17 w 17"/>
                <a:gd name="T1" fmla="*/ 8 h 106"/>
                <a:gd name="T2" fmla="*/ 9 w 17"/>
                <a:gd name="T3" fmla="*/ 0 h 106"/>
                <a:gd name="T4" fmla="*/ 0 w 17"/>
                <a:gd name="T5" fmla="*/ 8 h 106"/>
                <a:gd name="T6" fmla="*/ 0 w 17"/>
                <a:gd name="T7" fmla="*/ 97 h 106"/>
                <a:gd name="T8" fmla="*/ 9 w 17"/>
                <a:gd name="T9" fmla="*/ 106 h 106"/>
                <a:gd name="T10" fmla="*/ 17 w 17"/>
                <a:gd name="T11" fmla="*/ 97 h 106"/>
                <a:gd name="T12" fmla="*/ 17 w 17"/>
                <a:gd name="T13" fmla="*/ 8 h 1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106">
                  <a:moveTo>
                    <a:pt x="17" y="8"/>
                  </a:moveTo>
                  <a:cubicBezTo>
                    <a:pt x="17" y="4"/>
                    <a:pt x="13" y="0"/>
                    <a:pt x="9" y="0"/>
                  </a:cubicBezTo>
                  <a:cubicBezTo>
                    <a:pt x="4" y="0"/>
                    <a:pt x="0" y="4"/>
                    <a:pt x="0" y="8"/>
                  </a:cubicBezTo>
                  <a:cubicBezTo>
                    <a:pt x="0" y="97"/>
                    <a:pt x="0" y="97"/>
                    <a:pt x="0" y="97"/>
                  </a:cubicBezTo>
                  <a:cubicBezTo>
                    <a:pt x="0" y="102"/>
                    <a:pt x="4" y="106"/>
                    <a:pt x="9" y="106"/>
                  </a:cubicBezTo>
                  <a:cubicBezTo>
                    <a:pt x="13" y="106"/>
                    <a:pt x="17" y="102"/>
                    <a:pt x="17" y="97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7" name="Freeform 17"/>
            <p:cNvSpPr>
              <a:spLocks/>
            </p:cNvSpPr>
            <p:nvPr userDrawn="1"/>
          </p:nvSpPr>
          <p:spPr bwMode="auto">
            <a:xfrm>
              <a:off x="73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9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9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9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8" name="Freeform 18"/>
            <p:cNvSpPr>
              <a:spLocks/>
            </p:cNvSpPr>
            <p:nvPr userDrawn="1"/>
          </p:nvSpPr>
          <p:spPr bwMode="auto">
            <a:xfrm>
              <a:off x="79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9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9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9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</p:grpSp>
      <p:sp>
        <p:nvSpPr>
          <p:cNvPr id="29" name="Text Placeholder 2"/>
          <p:cNvSpPr>
            <a:spLocks noGrp="1"/>
          </p:cNvSpPr>
          <p:nvPr>
            <p:ph type="body" sz="quarter" idx="13"/>
          </p:nvPr>
        </p:nvSpPr>
        <p:spPr>
          <a:xfrm>
            <a:off x="463292" y="2872236"/>
            <a:ext cx="5925246" cy="299001"/>
          </a:xfrm>
          <a:prstGeom prst="rect">
            <a:avLst/>
          </a:prstGeom>
        </p:spPr>
        <p:txBody>
          <a:bodyPr lIns="91420" tIns="45710" rIns="91420" bIns="45710"/>
          <a:lstStyle>
            <a:lvl1pPr marL="0" indent="0">
              <a:buFont typeface="Arial" panose="020B0604020202020204" pitchFamily="34" charset="0"/>
              <a:buNone/>
              <a:defRPr sz="2000" baseline="0">
                <a:solidFill>
                  <a:schemeClr val="accent1"/>
                </a:solidFill>
                <a:latin typeface="+mj-lt"/>
              </a:defRPr>
            </a:lvl1pPr>
            <a:lvl2pPr marL="304781" indent="0">
              <a:buNone/>
              <a:defRPr/>
            </a:lvl2pPr>
            <a:lvl3pPr marL="427401" indent="0">
              <a:buNone/>
              <a:defRPr/>
            </a:lvl3pPr>
            <a:lvl4pPr marL="516694" indent="0">
              <a:buNone/>
              <a:defRPr/>
            </a:lvl4pPr>
            <a:lvl5pPr marL="601221" indent="0">
              <a:buNone/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30" name="Title 1"/>
          <p:cNvSpPr>
            <a:spLocks noGrp="1"/>
          </p:cNvSpPr>
          <p:nvPr>
            <p:ph type="ctrTitle"/>
          </p:nvPr>
        </p:nvSpPr>
        <p:spPr>
          <a:xfrm>
            <a:off x="425765" y="2300750"/>
            <a:ext cx="5955513" cy="644730"/>
          </a:xfrm>
          <a:prstGeom prst="rect">
            <a:avLst/>
          </a:prstGeom>
        </p:spPr>
        <p:txBody>
          <a:bodyPr anchor="b"/>
          <a:lstStyle>
            <a:lvl1pPr marL="0" indent="0" algn="l">
              <a:lnSpc>
                <a:spcPct val="90000"/>
              </a:lnSpc>
              <a:buFont typeface="Arial" panose="020B0604020202020204" pitchFamily="34" charset="0"/>
              <a:buNone/>
              <a:defRPr sz="3600" b="0" i="0" spc="0" baseline="0">
                <a:solidFill>
                  <a:schemeClr val="accent1"/>
                </a:solidFill>
                <a:latin typeface="+mj-lt"/>
                <a:cs typeface="CiscoSans Thin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653042546"/>
      </p:ext>
    </p:extLst>
  </p:cSld>
  <p:clrMapOvr>
    <a:masterClrMapping/>
  </p:clrMapOvr>
  <p:transition spd="slow">
    <p:wipe/>
  </p:transition>
  <p:extLst>
    <p:ext uri="{DCECCB84-F9BA-43D5-87BE-67443E8EF086}">
      <p15:sldGuideLst xmlns:p15="http://schemas.microsoft.com/office/powerpoint/2012/main">
        <p15:guide id="1" orient="horz" pos="228" userDrawn="1">
          <p15:clr>
            <a:srgbClr val="FBAE40"/>
          </p15:clr>
        </p15:guide>
        <p15:guide id="2" pos="360" userDrawn="1">
          <p15:clr>
            <a:srgbClr val="FBAE40"/>
          </p15:clr>
        </p15:guide>
        <p15:guide id="3" orient="horz" pos="518" userDrawn="1">
          <p15:clr>
            <a:srgbClr val="FBAE40"/>
          </p15:clr>
        </p15:guide>
        <p15:guide id="4" pos="812" userDrawn="1">
          <p15:clr>
            <a:srgbClr val="FBAE40"/>
          </p15:clr>
        </p15:guide>
        <p15:guide id="5" pos="311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6_Title Slide-animated gradient"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 userDrawn="1"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Subtitle 2"/>
          <p:cNvSpPr>
            <a:spLocks noGrp="1"/>
          </p:cNvSpPr>
          <p:nvPr>
            <p:ph type="subTitle" idx="1"/>
          </p:nvPr>
        </p:nvSpPr>
        <p:spPr>
          <a:xfrm>
            <a:off x="469496" y="3809526"/>
            <a:ext cx="4319105" cy="288131"/>
          </a:xfrm>
          <a:prstGeom prst="rect">
            <a:avLst/>
          </a:prstGeom>
        </p:spPr>
        <p:txBody>
          <a:bodyPr lIns="91420" tIns="45710" rIns="91420" bIns="45710" anchor="b" anchorCtr="0">
            <a:noAutofit/>
          </a:bodyPr>
          <a:lstStyle>
            <a:lvl1pPr marL="0" indent="0" algn="l">
              <a:buNone/>
              <a:defRPr sz="1200" b="0" i="0">
                <a:solidFill>
                  <a:schemeClr val="accent5"/>
                </a:solidFill>
                <a:latin typeface="+mn-lt"/>
                <a:cs typeface="CiscoSans"/>
              </a:defRPr>
            </a:lvl1pPr>
            <a:lvl2pPr marL="34285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7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57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44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29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16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0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288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17" name="Text Placeholder 38"/>
          <p:cNvSpPr>
            <a:spLocks noGrp="1"/>
          </p:cNvSpPr>
          <p:nvPr>
            <p:ph type="body" sz="quarter" idx="11"/>
          </p:nvPr>
        </p:nvSpPr>
        <p:spPr>
          <a:xfrm>
            <a:off x="469496" y="4049523"/>
            <a:ext cx="4319105" cy="288131"/>
          </a:xfrm>
          <a:prstGeom prst="rect">
            <a:avLst/>
          </a:prstGeom>
        </p:spPr>
        <p:txBody>
          <a:bodyPr lIns="91420" tIns="45710" rIns="91420" bIns="45710"/>
          <a:lstStyle>
            <a:lvl1pPr marL="0" indent="0" algn="l">
              <a:buFontTx/>
              <a:buNone/>
              <a:defRPr lang="en-US" sz="1200" b="0" i="0" kern="1200" dirty="0" smtClean="0">
                <a:solidFill>
                  <a:schemeClr val="accent5"/>
                </a:solidFill>
                <a:latin typeface="+mn-lt"/>
                <a:ea typeface="+mn-ea"/>
                <a:cs typeface="CiscoSans ExtraLight" pitchFamily="34" charset="0"/>
              </a:defRPr>
            </a:lvl1pPr>
            <a:lvl2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0"/>
          <p:cNvSpPr>
            <a:spLocks noGrp="1"/>
          </p:cNvSpPr>
          <p:nvPr>
            <p:ph type="body" sz="quarter" idx="12"/>
          </p:nvPr>
        </p:nvSpPr>
        <p:spPr>
          <a:xfrm>
            <a:off x="469496" y="4289520"/>
            <a:ext cx="4319105" cy="288131"/>
          </a:xfrm>
          <a:prstGeom prst="rect">
            <a:avLst/>
          </a:prstGeom>
        </p:spPr>
        <p:txBody>
          <a:bodyPr lIns="91420" tIns="45710" rIns="91420" bIns="45710"/>
          <a:lstStyle>
            <a:lvl1pPr marL="0" indent="0" algn="l">
              <a:buFontTx/>
              <a:buNone/>
              <a:defRPr lang="en-US" sz="1200" b="0" i="0" kern="1200" dirty="0" smtClean="0">
                <a:solidFill>
                  <a:schemeClr val="accent5"/>
                </a:solidFill>
                <a:latin typeface="+mn-lt"/>
                <a:ea typeface="+mn-ea"/>
                <a:cs typeface="CiscoSans ExtraLight" pitchFamily="34" charset="0"/>
              </a:defRPr>
            </a:lvl1pPr>
            <a:lvl2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grpSp>
        <p:nvGrpSpPr>
          <p:cNvPr id="6" name="Group 4"/>
          <p:cNvGrpSpPr>
            <a:grpSpLocks noChangeAspect="1"/>
          </p:cNvGrpSpPr>
          <p:nvPr userDrawn="1"/>
        </p:nvGrpSpPr>
        <p:grpSpPr bwMode="auto">
          <a:xfrm>
            <a:off x="492125" y="395288"/>
            <a:ext cx="796924" cy="423863"/>
            <a:chOff x="310" y="249"/>
            <a:chExt cx="502" cy="267"/>
          </a:xfrm>
          <a:solidFill>
            <a:schemeClr val="accent5"/>
          </a:solidFill>
        </p:grpSpPr>
        <p:sp>
          <p:nvSpPr>
            <p:cNvPr id="9" name="Rectangle 5"/>
            <p:cNvSpPr>
              <a:spLocks noChangeArrowheads="1"/>
            </p:cNvSpPr>
            <p:nvPr userDrawn="1"/>
          </p:nvSpPr>
          <p:spPr bwMode="auto">
            <a:xfrm>
              <a:off x="452" y="426"/>
              <a:ext cx="22" cy="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0" name="Freeform 6"/>
            <p:cNvSpPr>
              <a:spLocks/>
            </p:cNvSpPr>
            <p:nvPr userDrawn="1"/>
          </p:nvSpPr>
          <p:spPr bwMode="auto">
            <a:xfrm>
              <a:off x="585" y="425"/>
              <a:ext cx="66" cy="91"/>
            </a:xfrm>
            <a:custGeom>
              <a:avLst/>
              <a:gdLst>
                <a:gd name="T0" fmla="*/ 51 w 51"/>
                <a:gd name="T1" fmla="*/ 20 h 69"/>
                <a:gd name="T2" fmla="*/ 37 w 51"/>
                <a:gd name="T3" fmla="*/ 16 h 69"/>
                <a:gd name="T4" fmla="*/ 18 w 51"/>
                <a:gd name="T5" fmla="*/ 34 h 69"/>
                <a:gd name="T6" fmla="*/ 37 w 51"/>
                <a:gd name="T7" fmla="*/ 52 h 69"/>
                <a:gd name="T8" fmla="*/ 51 w 51"/>
                <a:gd name="T9" fmla="*/ 49 h 69"/>
                <a:gd name="T10" fmla="*/ 51 w 51"/>
                <a:gd name="T11" fmla="*/ 67 h 69"/>
                <a:gd name="T12" fmla="*/ 35 w 51"/>
                <a:gd name="T13" fmla="*/ 69 h 69"/>
                <a:gd name="T14" fmla="*/ 0 w 51"/>
                <a:gd name="T15" fmla="*/ 34 h 69"/>
                <a:gd name="T16" fmla="*/ 35 w 51"/>
                <a:gd name="T17" fmla="*/ 0 h 69"/>
                <a:gd name="T18" fmla="*/ 51 w 51"/>
                <a:gd name="T19" fmla="*/ 2 h 69"/>
                <a:gd name="T20" fmla="*/ 51 w 51"/>
                <a:gd name="T21" fmla="*/ 20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1" h="69">
                  <a:moveTo>
                    <a:pt x="51" y="20"/>
                  </a:moveTo>
                  <a:cubicBezTo>
                    <a:pt x="50" y="20"/>
                    <a:pt x="45" y="16"/>
                    <a:pt x="37" y="16"/>
                  </a:cubicBezTo>
                  <a:cubicBezTo>
                    <a:pt x="26" y="16"/>
                    <a:pt x="18" y="24"/>
                    <a:pt x="18" y="34"/>
                  </a:cubicBezTo>
                  <a:cubicBezTo>
                    <a:pt x="18" y="44"/>
                    <a:pt x="25" y="52"/>
                    <a:pt x="37" y="52"/>
                  </a:cubicBezTo>
                  <a:cubicBezTo>
                    <a:pt x="45" y="52"/>
                    <a:pt x="50" y="49"/>
                    <a:pt x="51" y="49"/>
                  </a:cubicBezTo>
                  <a:cubicBezTo>
                    <a:pt x="51" y="67"/>
                    <a:pt x="51" y="67"/>
                    <a:pt x="51" y="67"/>
                  </a:cubicBezTo>
                  <a:cubicBezTo>
                    <a:pt x="49" y="67"/>
                    <a:pt x="43" y="69"/>
                    <a:pt x="35" y="69"/>
                  </a:cubicBezTo>
                  <a:cubicBezTo>
                    <a:pt x="16" y="69"/>
                    <a:pt x="0" y="56"/>
                    <a:pt x="0" y="34"/>
                  </a:cubicBezTo>
                  <a:cubicBezTo>
                    <a:pt x="0" y="14"/>
                    <a:pt x="15" y="0"/>
                    <a:pt x="35" y="0"/>
                  </a:cubicBezTo>
                  <a:cubicBezTo>
                    <a:pt x="43" y="0"/>
                    <a:pt x="49" y="2"/>
                    <a:pt x="51" y="2"/>
                  </a:cubicBezTo>
                  <a:lnTo>
                    <a:pt x="51" y="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2" name="Freeform 7"/>
            <p:cNvSpPr>
              <a:spLocks/>
            </p:cNvSpPr>
            <p:nvPr userDrawn="1"/>
          </p:nvSpPr>
          <p:spPr bwMode="auto">
            <a:xfrm>
              <a:off x="355" y="425"/>
              <a:ext cx="67" cy="91"/>
            </a:xfrm>
            <a:custGeom>
              <a:avLst/>
              <a:gdLst>
                <a:gd name="T0" fmla="*/ 51 w 51"/>
                <a:gd name="T1" fmla="*/ 20 h 69"/>
                <a:gd name="T2" fmla="*/ 36 w 51"/>
                <a:gd name="T3" fmla="*/ 16 h 69"/>
                <a:gd name="T4" fmla="*/ 18 w 51"/>
                <a:gd name="T5" fmla="*/ 34 h 69"/>
                <a:gd name="T6" fmla="*/ 36 w 51"/>
                <a:gd name="T7" fmla="*/ 52 h 69"/>
                <a:gd name="T8" fmla="*/ 51 w 51"/>
                <a:gd name="T9" fmla="*/ 49 h 69"/>
                <a:gd name="T10" fmla="*/ 51 w 51"/>
                <a:gd name="T11" fmla="*/ 67 h 69"/>
                <a:gd name="T12" fmla="*/ 35 w 51"/>
                <a:gd name="T13" fmla="*/ 69 h 69"/>
                <a:gd name="T14" fmla="*/ 0 w 51"/>
                <a:gd name="T15" fmla="*/ 34 h 69"/>
                <a:gd name="T16" fmla="*/ 35 w 51"/>
                <a:gd name="T17" fmla="*/ 0 h 69"/>
                <a:gd name="T18" fmla="*/ 51 w 51"/>
                <a:gd name="T19" fmla="*/ 2 h 69"/>
                <a:gd name="T20" fmla="*/ 51 w 51"/>
                <a:gd name="T21" fmla="*/ 20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1" h="69">
                  <a:moveTo>
                    <a:pt x="51" y="20"/>
                  </a:moveTo>
                  <a:cubicBezTo>
                    <a:pt x="50" y="20"/>
                    <a:pt x="45" y="16"/>
                    <a:pt x="36" y="16"/>
                  </a:cubicBezTo>
                  <a:cubicBezTo>
                    <a:pt x="25" y="16"/>
                    <a:pt x="18" y="24"/>
                    <a:pt x="18" y="34"/>
                  </a:cubicBezTo>
                  <a:cubicBezTo>
                    <a:pt x="18" y="44"/>
                    <a:pt x="25" y="52"/>
                    <a:pt x="36" y="52"/>
                  </a:cubicBezTo>
                  <a:cubicBezTo>
                    <a:pt x="44" y="52"/>
                    <a:pt x="50" y="49"/>
                    <a:pt x="51" y="49"/>
                  </a:cubicBezTo>
                  <a:cubicBezTo>
                    <a:pt x="51" y="67"/>
                    <a:pt x="51" y="67"/>
                    <a:pt x="51" y="67"/>
                  </a:cubicBezTo>
                  <a:cubicBezTo>
                    <a:pt x="49" y="67"/>
                    <a:pt x="43" y="69"/>
                    <a:pt x="35" y="69"/>
                  </a:cubicBezTo>
                  <a:cubicBezTo>
                    <a:pt x="16" y="69"/>
                    <a:pt x="0" y="56"/>
                    <a:pt x="0" y="34"/>
                  </a:cubicBezTo>
                  <a:cubicBezTo>
                    <a:pt x="0" y="14"/>
                    <a:pt x="15" y="0"/>
                    <a:pt x="35" y="0"/>
                  </a:cubicBezTo>
                  <a:cubicBezTo>
                    <a:pt x="43" y="0"/>
                    <a:pt x="49" y="2"/>
                    <a:pt x="51" y="2"/>
                  </a:cubicBezTo>
                  <a:lnTo>
                    <a:pt x="51" y="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3" name="Freeform 8"/>
            <p:cNvSpPr>
              <a:spLocks noEditPoints="1"/>
            </p:cNvSpPr>
            <p:nvPr userDrawn="1"/>
          </p:nvSpPr>
          <p:spPr bwMode="auto">
            <a:xfrm>
              <a:off x="675" y="425"/>
              <a:ext cx="91" cy="91"/>
            </a:xfrm>
            <a:custGeom>
              <a:avLst/>
              <a:gdLst>
                <a:gd name="T0" fmla="*/ 70 w 70"/>
                <a:gd name="T1" fmla="*/ 34 h 69"/>
                <a:gd name="T2" fmla="*/ 35 w 70"/>
                <a:gd name="T3" fmla="*/ 69 h 69"/>
                <a:gd name="T4" fmla="*/ 0 w 70"/>
                <a:gd name="T5" fmla="*/ 34 h 69"/>
                <a:gd name="T6" fmla="*/ 35 w 70"/>
                <a:gd name="T7" fmla="*/ 0 h 69"/>
                <a:gd name="T8" fmla="*/ 70 w 70"/>
                <a:gd name="T9" fmla="*/ 34 h 69"/>
                <a:gd name="T10" fmla="*/ 35 w 70"/>
                <a:gd name="T11" fmla="*/ 17 h 69"/>
                <a:gd name="T12" fmla="*/ 18 w 70"/>
                <a:gd name="T13" fmla="*/ 34 h 69"/>
                <a:gd name="T14" fmla="*/ 35 w 70"/>
                <a:gd name="T15" fmla="*/ 52 h 69"/>
                <a:gd name="T16" fmla="*/ 52 w 70"/>
                <a:gd name="T17" fmla="*/ 34 h 69"/>
                <a:gd name="T18" fmla="*/ 35 w 70"/>
                <a:gd name="T19" fmla="*/ 17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70" h="69">
                  <a:moveTo>
                    <a:pt x="70" y="34"/>
                  </a:moveTo>
                  <a:cubicBezTo>
                    <a:pt x="70" y="53"/>
                    <a:pt x="56" y="69"/>
                    <a:pt x="35" y="69"/>
                  </a:cubicBezTo>
                  <a:cubicBezTo>
                    <a:pt x="14" y="69"/>
                    <a:pt x="0" y="53"/>
                    <a:pt x="0" y="34"/>
                  </a:cubicBezTo>
                  <a:cubicBezTo>
                    <a:pt x="0" y="15"/>
                    <a:pt x="14" y="0"/>
                    <a:pt x="35" y="0"/>
                  </a:cubicBezTo>
                  <a:cubicBezTo>
                    <a:pt x="56" y="0"/>
                    <a:pt x="70" y="15"/>
                    <a:pt x="70" y="34"/>
                  </a:cubicBezTo>
                  <a:close/>
                  <a:moveTo>
                    <a:pt x="35" y="17"/>
                  </a:moveTo>
                  <a:cubicBezTo>
                    <a:pt x="25" y="17"/>
                    <a:pt x="18" y="25"/>
                    <a:pt x="18" y="34"/>
                  </a:cubicBezTo>
                  <a:cubicBezTo>
                    <a:pt x="18" y="44"/>
                    <a:pt x="25" y="52"/>
                    <a:pt x="35" y="52"/>
                  </a:cubicBezTo>
                  <a:cubicBezTo>
                    <a:pt x="45" y="52"/>
                    <a:pt x="52" y="44"/>
                    <a:pt x="52" y="34"/>
                  </a:cubicBezTo>
                  <a:cubicBezTo>
                    <a:pt x="52" y="25"/>
                    <a:pt x="45" y="17"/>
                    <a:pt x="35" y="17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4" name="Freeform 9"/>
            <p:cNvSpPr>
              <a:spLocks/>
            </p:cNvSpPr>
            <p:nvPr userDrawn="1"/>
          </p:nvSpPr>
          <p:spPr bwMode="auto">
            <a:xfrm>
              <a:off x="503" y="425"/>
              <a:ext cx="60" cy="91"/>
            </a:xfrm>
            <a:custGeom>
              <a:avLst/>
              <a:gdLst>
                <a:gd name="T0" fmla="*/ 42 w 46"/>
                <a:gd name="T1" fmla="*/ 16 h 69"/>
                <a:gd name="T2" fmla="*/ 29 w 46"/>
                <a:gd name="T3" fmla="*/ 14 h 69"/>
                <a:gd name="T4" fmla="*/ 18 w 46"/>
                <a:gd name="T5" fmla="*/ 20 h 69"/>
                <a:gd name="T6" fmla="*/ 26 w 46"/>
                <a:gd name="T7" fmla="*/ 26 h 69"/>
                <a:gd name="T8" fmla="*/ 30 w 46"/>
                <a:gd name="T9" fmla="*/ 27 h 69"/>
                <a:gd name="T10" fmla="*/ 46 w 46"/>
                <a:gd name="T11" fmla="*/ 47 h 69"/>
                <a:gd name="T12" fmla="*/ 19 w 46"/>
                <a:gd name="T13" fmla="*/ 69 h 69"/>
                <a:gd name="T14" fmla="*/ 1 w 46"/>
                <a:gd name="T15" fmla="*/ 67 h 69"/>
                <a:gd name="T16" fmla="*/ 1 w 46"/>
                <a:gd name="T17" fmla="*/ 52 h 69"/>
                <a:gd name="T18" fmla="*/ 16 w 46"/>
                <a:gd name="T19" fmla="*/ 54 h 69"/>
                <a:gd name="T20" fmla="*/ 29 w 46"/>
                <a:gd name="T21" fmla="*/ 48 h 69"/>
                <a:gd name="T22" fmla="*/ 21 w 46"/>
                <a:gd name="T23" fmla="*/ 41 h 69"/>
                <a:gd name="T24" fmla="*/ 18 w 46"/>
                <a:gd name="T25" fmla="*/ 40 h 69"/>
                <a:gd name="T26" fmla="*/ 0 w 46"/>
                <a:gd name="T27" fmla="*/ 21 h 69"/>
                <a:gd name="T28" fmla="*/ 25 w 46"/>
                <a:gd name="T29" fmla="*/ 0 h 69"/>
                <a:gd name="T30" fmla="*/ 42 w 46"/>
                <a:gd name="T31" fmla="*/ 2 h 69"/>
                <a:gd name="T32" fmla="*/ 42 w 46"/>
                <a:gd name="T33" fmla="*/ 16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46" h="69">
                  <a:moveTo>
                    <a:pt x="42" y="16"/>
                  </a:moveTo>
                  <a:cubicBezTo>
                    <a:pt x="41" y="16"/>
                    <a:pt x="34" y="14"/>
                    <a:pt x="29" y="14"/>
                  </a:cubicBezTo>
                  <a:cubicBezTo>
                    <a:pt x="22" y="14"/>
                    <a:pt x="18" y="16"/>
                    <a:pt x="18" y="20"/>
                  </a:cubicBezTo>
                  <a:cubicBezTo>
                    <a:pt x="18" y="24"/>
                    <a:pt x="23" y="25"/>
                    <a:pt x="26" y="26"/>
                  </a:cubicBezTo>
                  <a:cubicBezTo>
                    <a:pt x="30" y="27"/>
                    <a:pt x="30" y="27"/>
                    <a:pt x="30" y="27"/>
                  </a:cubicBezTo>
                  <a:cubicBezTo>
                    <a:pt x="41" y="31"/>
                    <a:pt x="46" y="38"/>
                    <a:pt x="46" y="47"/>
                  </a:cubicBezTo>
                  <a:cubicBezTo>
                    <a:pt x="46" y="63"/>
                    <a:pt x="32" y="69"/>
                    <a:pt x="19" y="69"/>
                  </a:cubicBezTo>
                  <a:cubicBezTo>
                    <a:pt x="10" y="69"/>
                    <a:pt x="1" y="67"/>
                    <a:pt x="1" y="67"/>
                  </a:cubicBezTo>
                  <a:cubicBezTo>
                    <a:pt x="1" y="52"/>
                    <a:pt x="1" y="52"/>
                    <a:pt x="1" y="52"/>
                  </a:cubicBezTo>
                  <a:cubicBezTo>
                    <a:pt x="2" y="52"/>
                    <a:pt x="9" y="54"/>
                    <a:pt x="16" y="54"/>
                  </a:cubicBezTo>
                  <a:cubicBezTo>
                    <a:pt x="25" y="54"/>
                    <a:pt x="29" y="52"/>
                    <a:pt x="29" y="48"/>
                  </a:cubicBezTo>
                  <a:cubicBezTo>
                    <a:pt x="29" y="45"/>
                    <a:pt x="25" y="43"/>
                    <a:pt x="21" y="41"/>
                  </a:cubicBezTo>
                  <a:cubicBezTo>
                    <a:pt x="20" y="41"/>
                    <a:pt x="19" y="41"/>
                    <a:pt x="18" y="40"/>
                  </a:cubicBezTo>
                  <a:cubicBezTo>
                    <a:pt x="8" y="37"/>
                    <a:pt x="0" y="32"/>
                    <a:pt x="0" y="21"/>
                  </a:cubicBezTo>
                  <a:cubicBezTo>
                    <a:pt x="0" y="8"/>
                    <a:pt x="10" y="0"/>
                    <a:pt x="25" y="0"/>
                  </a:cubicBezTo>
                  <a:cubicBezTo>
                    <a:pt x="34" y="0"/>
                    <a:pt x="41" y="2"/>
                    <a:pt x="42" y="2"/>
                  </a:cubicBezTo>
                  <a:lnTo>
                    <a:pt x="42" y="1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5" name="Freeform 10"/>
            <p:cNvSpPr>
              <a:spLocks/>
            </p:cNvSpPr>
            <p:nvPr userDrawn="1"/>
          </p:nvSpPr>
          <p:spPr bwMode="auto">
            <a:xfrm>
              <a:off x="31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8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8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8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1" name="Freeform 11"/>
            <p:cNvSpPr>
              <a:spLocks/>
            </p:cNvSpPr>
            <p:nvPr userDrawn="1"/>
          </p:nvSpPr>
          <p:spPr bwMode="auto">
            <a:xfrm>
              <a:off x="37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8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8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8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2" name="Freeform 12"/>
            <p:cNvSpPr>
              <a:spLocks/>
            </p:cNvSpPr>
            <p:nvPr userDrawn="1"/>
          </p:nvSpPr>
          <p:spPr bwMode="auto">
            <a:xfrm>
              <a:off x="430" y="249"/>
              <a:ext cx="22" cy="139"/>
            </a:xfrm>
            <a:custGeom>
              <a:avLst/>
              <a:gdLst>
                <a:gd name="T0" fmla="*/ 17 w 17"/>
                <a:gd name="T1" fmla="*/ 8 h 106"/>
                <a:gd name="T2" fmla="*/ 8 w 17"/>
                <a:gd name="T3" fmla="*/ 0 h 106"/>
                <a:gd name="T4" fmla="*/ 0 w 17"/>
                <a:gd name="T5" fmla="*/ 8 h 106"/>
                <a:gd name="T6" fmla="*/ 0 w 17"/>
                <a:gd name="T7" fmla="*/ 97 h 106"/>
                <a:gd name="T8" fmla="*/ 8 w 17"/>
                <a:gd name="T9" fmla="*/ 106 h 106"/>
                <a:gd name="T10" fmla="*/ 17 w 17"/>
                <a:gd name="T11" fmla="*/ 97 h 106"/>
                <a:gd name="T12" fmla="*/ 17 w 17"/>
                <a:gd name="T13" fmla="*/ 8 h 1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106">
                  <a:moveTo>
                    <a:pt x="17" y="8"/>
                  </a:moveTo>
                  <a:cubicBezTo>
                    <a:pt x="17" y="4"/>
                    <a:pt x="13" y="0"/>
                    <a:pt x="8" y="0"/>
                  </a:cubicBezTo>
                  <a:cubicBezTo>
                    <a:pt x="4" y="0"/>
                    <a:pt x="0" y="4"/>
                    <a:pt x="0" y="8"/>
                  </a:cubicBezTo>
                  <a:cubicBezTo>
                    <a:pt x="0" y="97"/>
                    <a:pt x="0" y="97"/>
                    <a:pt x="0" y="97"/>
                  </a:cubicBezTo>
                  <a:cubicBezTo>
                    <a:pt x="0" y="102"/>
                    <a:pt x="4" y="106"/>
                    <a:pt x="8" y="106"/>
                  </a:cubicBezTo>
                  <a:cubicBezTo>
                    <a:pt x="13" y="106"/>
                    <a:pt x="17" y="102"/>
                    <a:pt x="17" y="97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3" name="Freeform 13"/>
            <p:cNvSpPr>
              <a:spLocks/>
            </p:cNvSpPr>
            <p:nvPr userDrawn="1"/>
          </p:nvSpPr>
          <p:spPr bwMode="auto">
            <a:xfrm>
              <a:off x="49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8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8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8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4" name="Freeform 14"/>
            <p:cNvSpPr>
              <a:spLocks/>
            </p:cNvSpPr>
            <p:nvPr userDrawn="1"/>
          </p:nvSpPr>
          <p:spPr bwMode="auto">
            <a:xfrm>
              <a:off x="55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8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8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8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5" name="Freeform 15"/>
            <p:cNvSpPr>
              <a:spLocks/>
            </p:cNvSpPr>
            <p:nvPr userDrawn="1"/>
          </p:nvSpPr>
          <p:spPr bwMode="auto">
            <a:xfrm>
              <a:off x="61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9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9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9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6" name="Freeform 16"/>
            <p:cNvSpPr>
              <a:spLocks/>
            </p:cNvSpPr>
            <p:nvPr userDrawn="1"/>
          </p:nvSpPr>
          <p:spPr bwMode="auto">
            <a:xfrm>
              <a:off x="670" y="249"/>
              <a:ext cx="22" cy="139"/>
            </a:xfrm>
            <a:custGeom>
              <a:avLst/>
              <a:gdLst>
                <a:gd name="T0" fmla="*/ 17 w 17"/>
                <a:gd name="T1" fmla="*/ 8 h 106"/>
                <a:gd name="T2" fmla="*/ 9 w 17"/>
                <a:gd name="T3" fmla="*/ 0 h 106"/>
                <a:gd name="T4" fmla="*/ 0 w 17"/>
                <a:gd name="T5" fmla="*/ 8 h 106"/>
                <a:gd name="T6" fmla="*/ 0 w 17"/>
                <a:gd name="T7" fmla="*/ 97 h 106"/>
                <a:gd name="T8" fmla="*/ 9 w 17"/>
                <a:gd name="T9" fmla="*/ 106 h 106"/>
                <a:gd name="T10" fmla="*/ 17 w 17"/>
                <a:gd name="T11" fmla="*/ 97 h 106"/>
                <a:gd name="T12" fmla="*/ 17 w 17"/>
                <a:gd name="T13" fmla="*/ 8 h 1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106">
                  <a:moveTo>
                    <a:pt x="17" y="8"/>
                  </a:moveTo>
                  <a:cubicBezTo>
                    <a:pt x="17" y="4"/>
                    <a:pt x="13" y="0"/>
                    <a:pt x="9" y="0"/>
                  </a:cubicBezTo>
                  <a:cubicBezTo>
                    <a:pt x="4" y="0"/>
                    <a:pt x="0" y="4"/>
                    <a:pt x="0" y="8"/>
                  </a:cubicBezTo>
                  <a:cubicBezTo>
                    <a:pt x="0" y="97"/>
                    <a:pt x="0" y="97"/>
                    <a:pt x="0" y="97"/>
                  </a:cubicBezTo>
                  <a:cubicBezTo>
                    <a:pt x="0" y="102"/>
                    <a:pt x="4" y="106"/>
                    <a:pt x="9" y="106"/>
                  </a:cubicBezTo>
                  <a:cubicBezTo>
                    <a:pt x="13" y="106"/>
                    <a:pt x="17" y="102"/>
                    <a:pt x="17" y="97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7" name="Freeform 17"/>
            <p:cNvSpPr>
              <a:spLocks/>
            </p:cNvSpPr>
            <p:nvPr userDrawn="1"/>
          </p:nvSpPr>
          <p:spPr bwMode="auto">
            <a:xfrm>
              <a:off x="73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9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9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9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8" name="Freeform 18"/>
            <p:cNvSpPr>
              <a:spLocks/>
            </p:cNvSpPr>
            <p:nvPr userDrawn="1"/>
          </p:nvSpPr>
          <p:spPr bwMode="auto">
            <a:xfrm>
              <a:off x="79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9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9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9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</p:grpSp>
      <p:sp>
        <p:nvSpPr>
          <p:cNvPr id="29" name="Text Placeholder 2"/>
          <p:cNvSpPr>
            <a:spLocks noGrp="1"/>
          </p:cNvSpPr>
          <p:nvPr>
            <p:ph type="body" sz="quarter" idx="13"/>
          </p:nvPr>
        </p:nvSpPr>
        <p:spPr>
          <a:xfrm>
            <a:off x="463292" y="2872236"/>
            <a:ext cx="5925246" cy="299001"/>
          </a:xfrm>
          <a:prstGeom prst="rect">
            <a:avLst/>
          </a:prstGeom>
        </p:spPr>
        <p:txBody>
          <a:bodyPr lIns="91420" tIns="45710" rIns="91420" bIns="45710"/>
          <a:lstStyle>
            <a:lvl1pPr marL="0" indent="0">
              <a:buFont typeface="Arial" panose="020B0604020202020204" pitchFamily="34" charset="0"/>
              <a:buNone/>
              <a:defRPr sz="2000" baseline="0">
                <a:solidFill>
                  <a:schemeClr val="bg2"/>
                </a:solidFill>
                <a:latin typeface="+mj-lt"/>
              </a:defRPr>
            </a:lvl1pPr>
            <a:lvl2pPr marL="304781" indent="0">
              <a:buNone/>
              <a:defRPr/>
            </a:lvl2pPr>
            <a:lvl3pPr marL="427401" indent="0">
              <a:buNone/>
              <a:defRPr/>
            </a:lvl3pPr>
            <a:lvl4pPr marL="516694" indent="0">
              <a:buNone/>
              <a:defRPr/>
            </a:lvl4pPr>
            <a:lvl5pPr marL="601221" indent="0">
              <a:buNone/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30" name="Title 1"/>
          <p:cNvSpPr>
            <a:spLocks noGrp="1"/>
          </p:cNvSpPr>
          <p:nvPr>
            <p:ph type="ctrTitle"/>
          </p:nvPr>
        </p:nvSpPr>
        <p:spPr>
          <a:xfrm>
            <a:off x="425765" y="2300750"/>
            <a:ext cx="5955513" cy="644730"/>
          </a:xfrm>
          <a:prstGeom prst="rect">
            <a:avLst/>
          </a:prstGeom>
        </p:spPr>
        <p:txBody>
          <a:bodyPr anchor="b"/>
          <a:lstStyle>
            <a:lvl1pPr marL="0" indent="0" algn="l">
              <a:lnSpc>
                <a:spcPct val="90000"/>
              </a:lnSpc>
              <a:buFont typeface="Arial" panose="020B0604020202020204" pitchFamily="34" charset="0"/>
              <a:buNone/>
              <a:defRPr sz="3600" b="0" i="0" spc="0" baseline="0">
                <a:solidFill>
                  <a:srgbClr val="38C6F4"/>
                </a:solidFill>
                <a:latin typeface="+mj-lt"/>
                <a:cs typeface="CiscoSans Thin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974617842"/>
      </p:ext>
    </p:extLst>
  </p:cSld>
  <p:clrMapOvr>
    <a:masterClrMapping/>
  </p:clrMapOvr>
  <p:transition spd="slow">
    <p:wipe/>
  </p:transition>
  <p:extLst>
    <p:ext uri="{DCECCB84-F9BA-43D5-87BE-67443E8EF086}">
      <p15:sldGuideLst xmlns:p15="http://schemas.microsoft.com/office/powerpoint/2012/main">
        <p15:guide id="1" orient="horz" pos="228" userDrawn="1">
          <p15:clr>
            <a:srgbClr val="FBAE40"/>
          </p15:clr>
        </p15:guide>
        <p15:guide id="2" pos="360" userDrawn="1">
          <p15:clr>
            <a:srgbClr val="FBAE40"/>
          </p15:clr>
        </p15:guide>
        <p15:guide id="3" orient="horz" pos="518" userDrawn="1">
          <p15:clr>
            <a:srgbClr val="FBAE40"/>
          </p15:clr>
        </p15:guide>
        <p15:guide id="4" pos="812" userDrawn="1">
          <p15:clr>
            <a:srgbClr val="FBAE40"/>
          </p15:clr>
        </p15:guide>
        <p15:guide id="5" pos="311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3_Segu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 userDrawn="1"/>
        </p:nvSpPr>
        <p:spPr>
          <a:xfrm>
            <a:off x="0" y="0"/>
            <a:ext cx="9144000" cy="5143499"/>
          </a:xfrm>
          <a:prstGeom prst="rect">
            <a:avLst/>
          </a:prstGeom>
          <a:solidFill>
            <a:srgbClr val="00394F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Title 1"/>
          <p:cNvSpPr>
            <a:spLocks noGrp="1"/>
          </p:cNvSpPr>
          <p:nvPr>
            <p:ph type="ctrTitle"/>
          </p:nvPr>
        </p:nvSpPr>
        <p:spPr>
          <a:xfrm>
            <a:off x="416425" y="915409"/>
            <a:ext cx="7598042" cy="2569946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l">
              <a:lnSpc>
                <a:spcPct val="90000"/>
              </a:lnSpc>
              <a:buFont typeface="Arial" panose="020B0604020202020204" pitchFamily="34" charset="0"/>
              <a:buNone/>
              <a:defRPr sz="4600" b="0" i="0" spc="0" baseline="0">
                <a:solidFill>
                  <a:schemeClr val="accent5"/>
                </a:solidFill>
                <a:latin typeface="+mj-lt"/>
                <a:cs typeface="CiscoSans Thin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8" name="Rectangle 7"/>
          <p:cNvSpPr>
            <a:spLocks noChangeArrowheads="1"/>
          </p:cNvSpPr>
          <p:nvPr userDrawn="1"/>
        </p:nvSpPr>
        <p:spPr bwMode="ltGray">
          <a:xfrm>
            <a:off x="8515707" y="4742907"/>
            <a:ext cx="218414" cy="154518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none" lIns="61586" tIns="30792" rIns="61586" bIns="30792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6A1E46DC-7EF6-4EA2-B285-14272867D133}" type="slidenum">
              <a:rPr lang="en-US" sz="600">
                <a:solidFill>
                  <a:schemeClr val="accent5">
                    <a:lumMod val="50000"/>
                  </a:schemeClr>
                </a:solidFill>
                <a:latin typeface="+mn-lt"/>
                <a:ea typeface="+mn-ea"/>
                <a:cs typeface="CiscoSans Thin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600" dirty="0">
              <a:solidFill>
                <a:schemeClr val="accent5">
                  <a:lumMod val="50000"/>
                </a:schemeClr>
              </a:solidFill>
              <a:latin typeface="+mn-lt"/>
              <a:ea typeface="+mn-ea"/>
              <a:cs typeface="CiscoSans Thin"/>
            </a:endParaRPr>
          </a:p>
        </p:txBody>
      </p:sp>
      <p:sp>
        <p:nvSpPr>
          <p:cNvPr id="9" name="Rectangle 4"/>
          <p:cNvSpPr>
            <a:spLocks noChangeArrowheads="1"/>
          </p:cNvSpPr>
          <p:nvPr userDrawn="1"/>
        </p:nvSpPr>
        <p:spPr bwMode="ltGray">
          <a:xfrm>
            <a:off x="5867508" y="4741653"/>
            <a:ext cx="2658018" cy="15451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61586" tIns="30792" rIns="61586" bIns="30792" anchor="b">
            <a:spAutoFit/>
          </a:bodyPr>
          <a:lstStyle/>
          <a:p>
            <a:pPr defTabSz="610744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600" dirty="0">
                <a:solidFill>
                  <a:schemeClr val="accent5">
                    <a:lumMod val="50000"/>
                  </a:schemeClr>
                </a:solidFill>
                <a:latin typeface="+mn-lt"/>
                <a:ea typeface="+mn-ea"/>
                <a:cs typeface="CiscoSans Thin"/>
              </a:rPr>
              <a:t>© 2016  Cisco and/or its affiliates. All rights reserved.   Cisco Confidential</a:t>
            </a:r>
          </a:p>
        </p:txBody>
      </p:sp>
      <p:grpSp>
        <p:nvGrpSpPr>
          <p:cNvPr id="11" name="Group 4"/>
          <p:cNvGrpSpPr>
            <a:grpSpLocks noChangeAspect="1"/>
          </p:cNvGrpSpPr>
          <p:nvPr userDrawn="1"/>
        </p:nvGrpSpPr>
        <p:grpSpPr bwMode="auto">
          <a:xfrm>
            <a:off x="508039" y="4715197"/>
            <a:ext cx="340257" cy="180974"/>
            <a:chOff x="310" y="249"/>
            <a:chExt cx="502" cy="267"/>
          </a:xfrm>
          <a:solidFill>
            <a:srgbClr val="086D8E"/>
          </a:solidFill>
        </p:grpSpPr>
        <p:sp>
          <p:nvSpPr>
            <p:cNvPr id="12" name="Rectangle 5"/>
            <p:cNvSpPr>
              <a:spLocks noChangeArrowheads="1"/>
            </p:cNvSpPr>
            <p:nvPr userDrawn="1"/>
          </p:nvSpPr>
          <p:spPr bwMode="auto">
            <a:xfrm>
              <a:off x="452" y="426"/>
              <a:ext cx="22" cy="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3" name="Freeform 6"/>
            <p:cNvSpPr>
              <a:spLocks/>
            </p:cNvSpPr>
            <p:nvPr userDrawn="1"/>
          </p:nvSpPr>
          <p:spPr bwMode="auto">
            <a:xfrm>
              <a:off x="585" y="425"/>
              <a:ext cx="66" cy="91"/>
            </a:xfrm>
            <a:custGeom>
              <a:avLst/>
              <a:gdLst>
                <a:gd name="T0" fmla="*/ 51 w 51"/>
                <a:gd name="T1" fmla="*/ 20 h 69"/>
                <a:gd name="T2" fmla="*/ 37 w 51"/>
                <a:gd name="T3" fmla="*/ 16 h 69"/>
                <a:gd name="T4" fmla="*/ 18 w 51"/>
                <a:gd name="T5" fmla="*/ 34 h 69"/>
                <a:gd name="T6" fmla="*/ 37 w 51"/>
                <a:gd name="T7" fmla="*/ 52 h 69"/>
                <a:gd name="T8" fmla="*/ 51 w 51"/>
                <a:gd name="T9" fmla="*/ 49 h 69"/>
                <a:gd name="T10" fmla="*/ 51 w 51"/>
                <a:gd name="T11" fmla="*/ 67 h 69"/>
                <a:gd name="T12" fmla="*/ 35 w 51"/>
                <a:gd name="T13" fmla="*/ 69 h 69"/>
                <a:gd name="T14" fmla="*/ 0 w 51"/>
                <a:gd name="T15" fmla="*/ 34 h 69"/>
                <a:gd name="T16" fmla="*/ 35 w 51"/>
                <a:gd name="T17" fmla="*/ 0 h 69"/>
                <a:gd name="T18" fmla="*/ 51 w 51"/>
                <a:gd name="T19" fmla="*/ 2 h 69"/>
                <a:gd name="T20" fmla="*/ 51 w 51"/>
                <a:gd name="T21" fmla="*/ 20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1" h="69">
                  <a:moveTo>
                    <a:pt x="51" y="20"/>
                  </a:moveTo>
                  <a:cubicBezTo>
                    <a:pt x="50" y="20"/>
                    <a:pt x="45" y="16"/>
                    <a:pt x="37" y="16"/>
                  </a:cubicBezTo>
                  <a:cubicBezTo>
                    <a:pt x="26" y="16"/>
                    <a:pt x="18" y="24"/>
                    <a:pt x="18" y="34"/>
                  </a:cubicBezTo>
                  <a:cubicBezTo>
                    <a:pt x="18" y="44"/>
                    <a:pt x="25" y="52"/>
                    <a:pt x="37" y="52"/>
                  </a:cubicBezTo>
                  <a:cubicBezTo>
                    <a:pt x="45" y="52"/>
                    <a:pt x="50" y="49"/>
                    <a:pt x="51" y="49"/>
                  </a:cubicBezTo>
                  <a:cubicBezTo>
                    <a:pt x="51" y="67"/>
                    <a:pt x="51" y="67"/>
                    <a:pt x="51" y="67"/>
                  </a:cubicBezTo>
                  <a:cubicBezTo>
                    <a:pt x="49" y="67"/>
                    <a:pt x="43" y="69"/>
                    <a:pt x="35" y="69"/>
                  </a:cubicBezTo>
                  <a:cubicBezTo>
                    <a:pt x="16" y="69"/>
                    <a:pt x="0" y="56"/>
                    <a:pt x="0" y="34"/>
                  </a:cubicBezTo>
                  <a:cubicBezTo>
                    <a:pt x="0" y="14"/>
                    <a:pt x="15" y="0"/>
                    <a:pt x="35" y="0"/>
                  </a:cubicBezTo>
                  <a:cubicBezTo>
                    <a:pt x="43" y="0"/>
                    <a:pt x="49" y="2"/>
                    <a:pt x="51" y="2"/>
                  </a:cubicBezTo>
                  <a:lnTo>
                    <a:pt x="51" y="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4" name="Freeform 7"/>
            <p:cNvSpPr>
              <a:spLocks/>
            </p:cNvSpPr>
            <p:nvPr userDrawn="1"/>
          </p:nvSpPr>
          <p:spPr bwMode="auto">
            <a:xfrm>
              <a:off x="355" y="425"/>
              <a:ext cx="67" cy="91"/>
            </a:xfrm>
            <a:custGeom>
              <a:avLst/>
              <a:gdLst>
                <a:gd name="T0" fmla="*/ 51 w 51"/>
                <a:gd name="T1" fmla="*/ 20 h 69"/>
                <a:gd name="T2" fmla="*/ 36 w 51"/>
                <a:gd name="T3" fmla="*/ 16 h 69"/>
                <a:gd name="T4" fmla="*/ 18 w 51"/>
                <a:gd name="T5" fmla="*/ 34 h 69"/>
                <a:gd name="T6" fmla="*/ 36 w 51"/>
                <a:gd name="T7" fmla="*/ 52 h 69"/>
                <a:gd name="T8" fmla="*/ 51 w 51"/>
                <a:gd name="T9" fmla="*/ 49 h 69"/>
                <a:gd name="T10" fmla="*/ 51 w 51"/>
                <a:gd name="T11" fmla="*/ 67 h 69"/>
                <a:gd name="T12" fmla="*/ 35 w 51"/>
                <a:gd name="T13" fmla="*/ 69 h 69"/>
                <a:gd name="T14" fmla="*/ 0 w 51"/>
                <a:gd name="T15" fmla="*/ 34 h 69"/>
                <a:gd name="T16" fmla="*/ 35 w 51"/>
                <a:gd name="T17" fmla="*/ 0 h 69"/>
                <a:gd name="T18" fmla="*/ 51 w 51"/>
                <a:gd name="T19" fmla="*/ 2 h 69"/>
                <a:gd name="T20" fmla="*/ 51 w 51"/>
                <a:gd name="T21" fmla="*/ 20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1" h="69">
                  <a:moveTo>
                    <a:pt x="51" y="20"/>
                  </a:moveTo>
                  <a:cubicBezTo>
                    <a:pt x="50" y="20"/>
                    <a:pt x="45" y="16"/>
                    <a:pt x="36" y="16"/>
                  </a:cubicBezTo>
                  <a:cubicBezTo>
                    <a:pt x="25" y="16"/>
                    <a:pt x="18" y="24"/>
                    <a:pt x="18" y="34"/>
                  </a:cubicBezTo>
                  <a:cubicBezTo>
                    <a:pt x="18" y="44"/>
                    <a:pt x="25" y="52"/>
                    <a:pt x="36" y="52"/>
                  </a:cubicBezTo>
                  <a:cubicBezTo>
                    <a:pt x="44" y="52"/>
                    <a:pt x="50" y="49"/>
                    <a:pt x="51" y="49"/>
                  </a:cubicBezTo>
                  <a:cubicBezTo>
                    <a:pt x="51" y="67"/>
                    <a:pt x="51" y="67"/>
                    <a:pt x="51" y="67"/>
                  </a:cubicBezTo>
                  <a:cubicBezTo>
                    <a:pt x="49" y="67"/>
                    <a:pt x="43" y="69"/>
                    <a:pt x="35" y="69"/>
                  </a:cubicBezTo>
                  <a:cubicBezTo>
                    <a:pt x="16" y="69"/>
                    <a:pt x="0" y="56"/>
                    <a:pt x="0" y="34"/>
                  </a:cubicBezTo>
                  <a:cubicBezTo>
                    <a:pt x="0" y="14"/>
                    <a:pt x="15" y="0"/>
                    <a:pt x="35" y="0"/>
                  </a:cubicBezTo>
                  <a:cubicBezTo>
                    <a:pt x="43" y="0"/>
                    <a:pt x="49" y="2"/>
                    <a:pt x="51" y="2"/>
                  </a:cubicBezTo>
                  <a:lnTo>
                    <a:pt x="51" y="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5" name="Freeform 8"/>
            <p:cNvSpPr>
              <a:spLocks noEditPoints="1"/>
            </p:cNvSpPr>
            <p:nvPr userDrawn="1"/>
          </p:nvSpPr>
          <p:spPr bwMode="auto">
            <a:xfrm>
              <a:off x="675" y="425"/>
              <a:ext cx="91" cy="91"/>
            </a:xfrm>
            <a:custGeom>
              <a:avLst/>
              <a:gdLst>
                <a:gd name="T0" fmla="*/ 70 w 70"/>
                <a:gd name="T1" fmla="*/ 34 h 69"/>
                <a:gd name="T2" fmla="*/ 35 w 70"/>
                <a:gd name="T3" fmla="*/ 69 h 69"/>
                <a:gd name="T4" fmla="*/ 0 w 70"/>
                <a:gd name="T5" fmla="*/ 34 h 69"/>
                <a:gd name="T6" fmla="*/ 35 w 70"/>
                <a:gd name="T7" fmla="*/ 0 h 69"/>
                <a:gd name="T8" fmla="*/ 70 w 70"/>
                <a:gd name="T9" fmla="*/ 34 h 69"/>
                <a:gd name="T10" fmla="*/ 35 w 70"/>
                <a:gd name="T11" fmla="*/ 17 h 69"/>
                <a:gd name="T12" fmla="*/ 18 w 70"/>
                <a:gd name="T13" fmla="*/ 34 h 69"/>
                <a:gd name="T14" fmla="*/ 35 w 70"/>
                <a:gd name="T15" fmla="*/ 52 h 69"/>
                <a:gd name="T16" fmla="*/ 52 w 70"/>
                <a:gd name="T17" fmla="*/ 34 h 69"/>
                <a:gd name="T18" fmla="*/ 35 w 70"/>
                <a:gd name="T19" fmla="*/ 17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70" h="69">
                  <a:moveTo>
                    <a:pt x="70" y="34"/>
                  </a:moveTo>
                  <a:cubicBezTo>
                    <a:pt x="70" y="53"/>
                    <a:pt x="56" y="69"/>
                    <a:pt x="35" y="69"/>
                  </a:cubicBezTo>
                  <a:cubicBezTo>
                    <a:pt x="14" y="69"/>
                    <a:pt x="0" y="53"/>
                    <a:pt x="0" y="34"/>
                  </a:cubicBezTo>
                  <a:cubicBezTo>
                    <a:pt x="0" y="15"/>
                    <a:pt x="14" y="0"/>
                    <a:pt x="35" y="0"/>
                  </a:cubicBezTo>
                  <a:cubicBezTo>
                    <a:pt x="56" y="0"/>
                    <a:pt x="70" y="15"/>
                    <a:pt x="70" y="34"/>
                  </a:cubicBezTo>
                  <a:close/>
                  <a:moveTo>
                    <a:pt x="35" y="17"/>
                  </a:moveTo>
                  <a:cubicBezTo>
                    <a:pt x="25" y="17"/>
                    <a:pt x="18" y="25"/>
                    <a:pt x="18" y="34"/>
                  </a:cubicBezTo>
                  <a:cubicBezTo>
                    <a:pt x="18" y="44"/>
                    <a:pt x="25" y="52"/>
                    <a:pt x="35" y="52"/>
                  </a:cubicBezTo>
                  <a:cubicBezTo>
                    <a:pt x="45" y="52"/>
                    <a:pt x="52" y="44"/>
                    <a:pt x="52" y="34"/>
                  </a:cubicBezTo>
                  <a:cubicBezTo>
                    <a:pt x="52" y="25"/>
                    <a:pt x="45" y="17"/>
                    <a:pt x="35" y="17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6" name="Freeform 9"/>
            <p:cNvSpPr>
              <a:spLocks/>
            </p:cNvSpPr>
            <p:nvPr userDrawn="1"/>
          </p:nvSpPr>
          <p:spPr bwMode="auto">
            <a:xfrm>
              <a:off x="503" y="425"/>
              <a:ext cx="60" cy="91"/>
            </a:xfrm>
            <a:custGeom>
              <a:avLst/>
              <a:gdLst>
                <a:gd name="T0" fmla="*/ 42 w 46"/>
                <a:gd name="T1" fmla="*/ 16 h 69"/>
                <a:gd name="T2" fmla="*/ 29 w 46"/>
                <a:gd name="T3" fmla="*/ 14 h 69"/>
                <a:gd name="T4" fmla="*/ 18 w 46"/>
                <a:gd name="T5" fmla="*/ 20 h 69"/>
                <a:gd name="T6" fmla="*/ 26 w 46"/>
                <a:gd name="T7" fmla="*/ 26 h 69"/>
                <a:gd name="T8" fmla="*/ 30 w 46"/>
                <a:gd name="T9" fmla="*/ 27 h 69"/>
                <a:gd name="T10" fmla="*/ 46 w 46"/>
                <a:gd name="T11" fmla="*/ 47 h 69"/>
                <a:gd name="T12" fmla="*/ 19 w 46"/>
                <a:gd name="T13" fmla="*/ 69 h 69"/>
                <a:gd name="T14" fmla="*/ 1 w 46"/>
                <a:gd name="T15" fmla="*/ 67 h 69"/>
                <a:gd name="T16" fmla="*/ 1 w 46"/>
                <a:gd name="T17" fmla="*/ 52 h 69"/>
                <a:gd name="T18" fmla="*/ 16 w 46"/>
                <a:gd name="T19" fmla="*/ 54 h 69"/>
                <a:gd name="T20" fmla="*/ 29 w 46"/>
                <a:gd name="T21" fmla="*/ 48 h 69"/>
                <a:gd name="T22" fmla="*/ 21 w 46"/>
                <a:gd name="T23" fmla="*/ 41 h 69"/>
                <a:gd name="T24" fmla="*/ 18 w 46"/>
                <a:gd name="T25" fmla="*/ 40 h 69"/>
                <a:gd name="T26" fmla="*/ 0 w 46"/>
                <a:gd name="T27" fmla="*/ 21 h 69"/>
                <a:gd name="T28" fmla="*/ 25 w 46"/>
                <a:gd name="T29" fmla="*/ 0 h 69"/>
                <a:gd name="T30" fmla="*/ 42 w 46"/>
                <a:gd name="T31" fmla="*/ 2 h 69"/>
                <a:gd name="T32" fmla="*/ 42 w 46"/>
                <a:gd name="T33" fmla="*/ 16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46" h="69">
                  <a:moveTo>
                    <a:pt x="42" y="16"/>
                  </a:moveTo>
                  <a:cubicBezTo>
                    <a:pt x="41" y="16"/>
                    <a:pt x="34" y="14"/>
                    <a:pt x="29" y="14"/>
                  </a:cubicBezTo>
                  <a:cubicBezTo>
                    <a:pt x="22" y="14"/>
                    <a:pt x="18" y="16"/>
                    <a:pt x="18" y="20"/>
                  </a:cubicBezTo>
                  <a:cubicBezTo>
                    <a:pt x="18" y="24"/>
                    <a:pt x="23" y="25"/>
                    <a:pt x="26" y="26"/>
                  </a:cubicBezTo>
                  <a:cubicBezTo>
                    <a:pt x="30" y="27"/>
                    <a:pt x="30" y="27"/>
                    <a:pt x="30" y="27"/>
                  </a:cubicBezTo>
                  <a:cubicBezTo>
                    <a:pt x="41" y="31"/>
                    <a:pt x="46" y="38"/>
                    <a:pt x="46" y="47"/>
                  </a:cubicBezTo>
                  <a:cubicBezTo>
                    <a:pt x="46" y="63"/>
                    <a:pt x="32" y="69"/>
                    <a:pt x="19" y="69"/>
                  </a:cubicBezTo>
                  <a:cubicBezTo>
                    <a:pt x="10" y="69"/>
                    <a:pt x="1" y="67"/>
                    <a:pt x="1" y="67"/>
                  </a:cubicBezTo>
                  <a:cubicBezTo>
                    <a:pt x="1" y="52"/>
                    <a:pt x="1" y="52"/>
                    <a:pt x="1" y="52"/>
                  </a:cubicBezTo>
                  <a:cubicBezTo>
                    <a:pt x="2" y="52"/>
                    <a:pt x="9" y="54"/>
                    <a:pt x="16" y="54"/>
                  </a:cubicBezTo>
                  <a:cubicBezTo>
                    <a:pt x="25" y="54"/>
                    <a:pt x="29" y="52"/>
                    <a:pt x="29" y="48"/>
                  </a:cubicBezTo>
                  <a:cubicBezTo>
                    <a:pt x="29" y="45"/>
                    <a:pt x="25" y="43"/>
                    <a:pt x="21" y="41"/>
                  </a:cubicBezTo>
                  <a:cubicBezTo>
                    <a:pt x="20" y="41"/>
                    <a:pt x="19" y="41"/>
                    <a:pt x="18" y="40"/>
                  </a:cubicBezTo>
                  <a:cubicBezTo>
                    <a:pt x="8" y="37"/>
                    <a:pt x="0" y="32"/>
                    <a:pt x="0" y="21"/>
                  </a:cubicBezTo>
                  <a:cubicBezTo>
                    <a:pt x="0" y="8"/>
                    <a:pt x="10" y="0"/>
                    <a:pt x="25" y="0"/>
                  </a:cubicBezTo>
                  <a:cubicBezTo>
                    <a:pt x="34" y="0"/>
                    <a:pt x="41" y="2"/>
                    <a:pt x="42" y="2"/>
                  </a:cubicBezTo>
                  <a:lnTo>
                    <a:pt x="42" y="1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7" name="Freeform 10"/>
            <p:cNvSpPr>
              <a:spLocks/>
            </p:cNvSpPr>
            <p:nvPr userDrawn="1"/>
          </p:nvSpPr>
          <p:spPr bwMode="auto">
            <a:xfrm>
              <a:off x="31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8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8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8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8" name="Freeform 11"/>
            <p:cNvSpPr>
              <a:spLocks/>
            </p:cNvSpPr>
            <p:nvPr userDrawn="1"/>
          </p:nvSpPr>
          <p:spPr bwMode="auto">
            <a:xfrm>
              <a:off x="37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8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8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8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9" name="Freeform 12"/>
            <p:cNvSpPr>
              <a:spLocks/>
            </p:cNvSpPr>
            <p:nvPr userDrawn="1"/>
          </p:nvSpPr>
          <p:spPr bwMode="auto">
            <a:xfrm>
              <a:off x="430" y="249"/>
              <a:ext cx="22" cy="139"/>
            </a:xfrm>
            <a:custGeom>
              <a:avLst/>
              <a:gdLst>
                <a:gd name="T0" fmla="*/ 17 w 17"/>
                <a:gd name="T1" fmla="*/ 8 h 106"/>
                <a:gd name="T2" fmla="*/ 8 w 17"/>
                <a:gd name="T3" fmla="*/ 0 h 106"/>
                <a:gd name="T4" fmla="*/ 0 w 17"/>
                <a:gd name="T5" fmla="*/ 8 h 106"/>
                <a:gd name="T6" fmla="*/ 0 w 17"/>
                <a:gd name="T7" fmla="*/ 97 h 106"/>
                <a:gd name="T8" fmla="*/ 8 w 17"/>
                <a:gd name="T9" fmla="*/ 106 h 106"/>
                <a:gd name="T10" fmla="*/ 17 w 17"/>
                <a:gd name="T11" fmla="*/ 97 h 106"/>
                <a:gd name="T12" fmla="*/ 17 w 17"/>
                <a:gd name="T13" fmla="*/ 8 h 1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106">
                  <a:moveTo>
                    <a:pt x="17" y="8"/>
                  </a:moveTo>
                  <a:cubicBezTo>
                    <a:pt x="17" y="4"/>
                    <a:pt x="13" y="0"/>
                    <a:pt x="8" y="0"/>
                  </a:cubicBezTo>
                  <a:cubicBezTo>
                    <a:pt x="4" y="0"/>
                    <a:pt x="0" y="4"/>
                    <a:pt x="0" y="8"/>
                  </a:cubicBezTo>
                  <a:cubicBezTo>
                    <a:pt x="0" y="97"/>
                    <a:pt x="0" y="97"/>
                    <a:pt x="0" y="97"/>
                  </a:cubicBezTo>
                  <a:cubicBezTo>
                    <a:pt x="0" y="102"/>
                    <a:pt x="4" y="106"/>
                    <a:pt x="8" y="106"/>
                  </a:cubicBezTo>
                  <a:cubicBezTo>
                    <a:pt x="13" y="106"/>
                    <a:pt x="17" y="102"/>
                    <a:pt x="17" y="97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0" name="Freeform 13"/>
            <p:cNvSpPr>
              <a:spLocks/>
            </p:cNvSpPr>
            <p:nvPr userDrawn="1"/>
          </p:nvSpPr>
          <p:spPr bwMode="auto">
            <a:xfrm>
              <a:off x="49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8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8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8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1" name="Freeform 14"/>
            <p:cNvSpPr>
              <a:spLocks/>
            </p:cNvSpPr>
            <p:nvPr userDrawn="1"/>
          </p:nvSpPr>
          <p:spPr bwMode="auto">
            <a:xfrm>
              <a:off x="55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8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8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8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2" name="Freeform 15"/>
            <p:cNvSpPr>
              <a:spLocks/>
            </p:cNvSpPr>
            <p:nvPr userDrawn="1"/>
          </p:nvSpPr>
          <p:spPr bwMode="auto">
            <a:xfrm>
              <a:off x="61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9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9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9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3" name="Freeform 16"/>
            <p:cNvSpPr>
              <a:spLocks/>
            </p:cNvSpPr>
            <p:nvPr userDrawn="1"/>
          </p:nvSpPr>
          <p:spPr bwMode="auto">
            <a:xfrm>
              <a:off x="670" y="249"/>
              <a:ext cx="22" cy="139"/>
            </a:xfrm>
            <a:custGeom>
              <a:avLst/>
              <a:gdLst>
                <a:gd name="T0" fmla="*/ 17 w 17"/>
                <a:gd name="T1" fmla="*/ 8 h 106"/>
                <a:gd name="T2" fmla="*/ 9 w 17"/>
                <a:gd name="T3" fmla="*/ 0 h 106"/>
                <a:gd name="T4" fmla="*/ 0 w 17"/>
                <a:gd name="T5" fmla="*/ 8 h 106"/>
                <a:gd name="T6" fmla="*/ 0 w 17"/>
                <a:gd name="T7" fmla="*/ 97 h 106"/>
                <a:gd name="T8" fmla="*/ 9 w 17"/>
                <a:gd name="T9" fmla="*/ 106 h 106"/>
                <a:gd name="T10" fmla="*/ 17 w 17"/>
                <a:gd name="T11" fmla="*/ 97 h 106"/>
                <a:gd name="T12" fmla="*/ 17 w 17"/>
                <a:gd name="T13" fmla="*/ 8 h 1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106">
                  <a:moveTo>
                    <a:pt x="17" y="8"/>
                  </a:moveTo>
                  <a:cubicBezTo>
                    <a:pt x="17" y="4"/>
                    <a:pt x="13" y="0"/>
                    <a:pt x="9" y="0"/>
                  </a:cubicBezTo>
                  <a:cubicBezTo>
                    <a:pt x="4" y="0"/>
                    <a:pt x="0" y="4"/>
                    <a:pt x="0" y="8"/>
                  </a:cubicBezTo>
                  <a:cubicBezTo>
                    <a:pt x="0" y="97"/>
                    <a:pt x="0" y="97"/>
                    <a:pt x="0" y="97"/>
                  </a:cubicBezTo>
                  <a:cubicBezTo>
                    <a:pt x="0" y="102"/>
                    <a:pt x="4" y="106"/>
                    <a:pt x="9" y="106"/>
                  </a:cubicBezTo>
                  <a:cubicBezTo>
                    <a:pt x="13" y="106"/>
                    <a:pt x="17" y="102"/>
                    <a:pt x="17" y="97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4" name="Freeform 17"/>
            <p:cNvSpPr>
              <a:spLocks/>
            </p:cNvSpPr>
            <p:nvPr userDrawn="1"/>
          </p:nvSpPr>
          <p:spPr bwMode="auto">
            <a:xfrm>
              <a:off x="73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9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9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9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5" name="Freeform 18"/>
            <p:cNvSpPr>
              <a:spLocks/>
            </p:cNvSpPr>
            <p:nvPr userDrawn="1"/>
          </p:nvSpPr>
          <p:spPr bwMode="auto">
            <a:xfrm>
              <a:off x="79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9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9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9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1890854121"/>
      </p:ext>
    </p:extLst>
  </p:cSld>
  <p:clrMapOvr>
    <a:masterClrMapping/>
  </p:clrMapOvr>
  <p:transition spd="slow">
    <p:wipe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ulti_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2"/>
          <p:cNvSpPr>
            <a:spLocks noGrp="1"/>
          </p:cNvSpPr>
          <p:nvPr>
            <p:ph idx="1"/>
          </p:nvPr>
        </p:nvSpPr>
        <p:spPr>
          <a:xfrm>
            <a:off x="474662" y="1347788"/>
            <a:ext cx="8280057" cy="3073946"/>
          </a:xfrm>
          <a:prstGeom prst="rect">
            <a:avLst/>
          </a:prstGeom>
        </p:spPr>
        <p:txBody>
          <a:bodyPr lIns="91420" tIns="45710" rIns="91420" bIns="45710">
            <a:noAutofit/>
          </a:bodyPr>
          <a:lstStyle>
            <a:lvl1pPr marL="285690" marR="0" indent="-285690" algn="ctr" defTabSz="457105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 sz="2000" b="0" i="0" baseline="0">
                <a:solidFill>
                  <a:schemeClr val="bg1"/>
                </a:solidFill>
                <a:latin typeface="+mn-lt"/>
                <a:cs typeface="CiscoSans ExtraLigh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itle Placeholder 5"/>
          <p:cNvSpPr>
            <a:spLocks noGrp="1"/>
          </p:cNvSpPr>
          <p:nvPr>
            <p:ph type="title"/>
          </p:nvPr>
        </p:nvSpPr>
        <p:spPr bwMode="auto">
          <a:xfrm>
            <a:off x="437766" y="341313"/>
            <a:ext cx="8345488" cy="7318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rgbClr val="004C69"/>
                </a:solidFill>
              </a:defRPr>
            </a:lvl1pPr>
          </a:lstStyle>
          <a:p>
            <a:pPr lvl="0"/>
            <a:r>
              <a:rPr lang="en-US" dirty="0"/>
              <a:t>Click to edit Master title style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5429679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xmlns:p14="http://schemas.microsoft.com/office/powerpoint/2010/main"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2291213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 spd="med">
    <p:fade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_Circled_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2" name="Oval 11"/>
          <p:cNvSpPr/>
          <p:nvPr/>
        </p:nvSpPr>
        <p:spPr>
          <a:xfrm>
            <a:off x="575610" y="2552550"/>
            <a:ext cx="698624" cy="698624"/>
          </a:xfrm>
          <a:prstGeom prst="ellipse">
            <a:avLst/>
          </a:prstGeom>
          <a:solidFill>
            <a:schemeClr val="bg2"/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91440" rtlCol="0" anchor="ctr" anchorCtr="0"/>
          <a:lstStyle/>
          <a:p>
            <a:pPr algn="ctr"/>
            <a:endParaRPr lang="en-US" sz="4000" dirty="0">
              <a:solidFill>
                <a:srgbClr val="FFFFFF"/>
              </a:solidFill>
              <a:cs typeface="Arial"/>
            </a:endParaRPr>
          </a:p>
        </p:txBody>
      </p:sp>
      <p:sp>
        <p:nvSpPr>
          <p:cNvPr id="15" name="Oval 14"/>
          <p:cNvSpPr/>
          <p:nvPr/>
        </p:nvSpPr>
        <p:spPr>
          <a:xfrm>
            <a:off x="575610" y="1426607"/>
            <a:ext cx="698624" cy="698624"/>
          </a:xfrm>
          <a:prstGeom prst="ellipse">
            <a:avLst/>
          </a:prstGeom>
          <a:solidFill>
            <a:srgbClr val="00394F"/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91440" rtlCol="0" anchor="ctr" anchorCtr="0"/>
          <a:lstStyle/>
          <a:p>
            <a:pPr algn="ctr"/>
            <a:endParaRPr lang="en-US" sz="4000" dirty="0">
              <a:ln>
                <a:solidFill>
                  <a:schemeClr val="bg2"/>
                </a:solidFill>
              </a:ln>
              <a:solidFill>
                <a:schemeClr val="bg1"/>
              </a:solidFill>
              <a:cs typeface="Arial"/>
            </a:endParaRPr>
          </a:p>
        </p:txBody>
      </p:sp>
      <p:sp>
        <p:nvSpPr>
          <p:cNvPr id="22" name="Oval 21"/>
          <p:cNvSpPr/>
          <p:nvPr/>
        </p:nvSpPr>
        <p:spPr>
          <a:xfrm>
            <a:off x="575610" y="3653093"/>
            <a:ext cx="698624" cy="698624"/>
          </a:xfrm>
          <a:prstGeom prst="ellipse">
            <a:avLst/>
          </a:prstGeom>
          <a:solidFill>
            <a:schemeClr val="accent5"/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91440" rtlCol="0" anchor="ctr" anchorCtr="0"/>
          <a:lstStyle/>
          <a:p>
            <a:pPr algn="ctr"/>
            <a:endParaRPr lang="en-US" sz="4000" dirty="0">
              <a:solidFill>
                <a:srgbClr val="049FD9"/>
              </a:solidFill>
              <a:cs typeface="Arial"/>
            </a:endParaRPr>
          </a:p>
        </p:txBody>
      </p:sp>
      <p:sp>
        <p:nvSpPr>
          <p:cNvPr id="24" name="Text Placeholder 17"/>
          <p:cNvSpPr>
            <a:spLocks noGrp="1"/>
          </p:cNvSpPr>
          <p:nvPr>
            <p:ph type="body" sz="quarter" idx="13"/>
          </p:nvPr>
        </p:nvSpPr>
        <p:spPr>
          <a:xfrm>
            <a:off x="1365250" y="1432522"/>
            <a:ext cx="5473700" cy="693381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 algn="l">
              <a:buNone/>
              <a:defRPr sz="2000" b="0" i="0" baseline="0">
                <a:solidFill>
                  <a:schemeClr val="accent1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5" name="Text Placeholder 17"/>
          <p:cNvSpPr>
            <a:spLocks noGrp="1"/>
          </p:cNvSpPr>
          <p:nvPr>
            <p:ph type="body" sz="quarter" idx="14"/>
          </p:nvPr>
        </p:nvSpPr>
        <p:spPr>
          <a:xfrm>
            <a:off x="1365250" y="2557793"/>
            <a:ext cx="5473700" cy="693381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 algn="l">
              <a:buNone/>
              <a:defRPr sz="2000" b="0" i="0" baseline="0">
                <a:solidFill>
                  <a:schemeClr val="accent1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17"/>
          <p:cNvSpPr>
            <a:spLocks noGrp="1"/>
          </p:cNvSpPr>
          <p:nvPr>
            <p:ph type="body" sz="quarter" idx="15"/>
          </p:nvPr>
        </p:nvSpPr>
        <p:spPr>
          <a:xfrm>
            <a:off x="1365250" y="3653093"/>
            <a:ext cx="5473700" cy="693381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 algn="l">
              <a:buNone/>
              <a:defRPr sz="2000" b="0" i="0" baseline="0">
                <a:solidFill>
                  <a:schemeClr val="accent1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8" name="Text Placeholder 17"/>
          <p:cNvSpPr>
            <a:spLocks noGrp="1"/>
          </p:cNvSpPr>
          <p:nvPr>
            <p:ph type="body" sz="quarter" idx="17" hasCustomPrompt="1"/>
          </p:nvPr>
        </p:nvSpPr>
        <p:spPr>
          <a:xfrm>
            <a:off x="575610" y="2552550"/>
            <a:ext cx="698624" cy="693381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 algn="ctr">
              <a:buNone/>
              <a:defRPr sz="4000" b="0" i="0" baseline="0">
                <a:ln>
                  <a:solidFill>
                    <a:srgbClr val="FFFFFF"/>
                  </a:solidFill>
                </a:ln>
                <a:solidFill>
                  <a:srgbClr val="FFFFFF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 dirty="0"/>
              <a:t>2</a:t>
            </a:r>
          </a:p>
        </p:txBody>
      </p:sp>
      <p:sp>
        <p:nvSpPr>
          <p:cNvPr id="29" name="Text Placeholder 17"/>
          <p:cNvSpPr>
            <a:spLocks noGrp="1"/>
          </p:cNvSpPr>
          <p:nvPr>
            <p:ph type="body" sz="quarter" idx="18" hasCustomPrompt="1"/>
          </p:nvPr>
        </p:nvSpPr>
        <p:spPr>
          <a:xfrm>
            <a:off x="575611" y="3651140"/>
            <a:ext cx="698624" cy="693381"/>
          </a:xfrm>
          <a:prstGeom prst="rect">
            <a:avLst/>
          </a:prstGeom>
          <a:ln>
            <a:noFill/>
          </a:ln>
        </p:spPr>
        <p:txBody>
          <a:bodyPr lIns="91420" tIns="45710" rIns="91420" bIns="45710" anchor="ctr" anchorCtr="0">
            <a:noAutofit/>
          </a:bodyPr>
          <a:lstStyle>
            <a:lvl1pPr marL="0" indent="0" algn="ctr">
              <a:buNone/>
              <a:defRPr sz="4000" b="0" i="0" baseline="0">
                <a:ln>
                  <a:solidFill>
                    <a:srgbClr val="FFFFFF"/>
                  </a:solidFill>
                </a:ln>
                <a:solidFill>
                  <a:srgbClr val="FFFFFF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 dirty="0"/>
              <a:t>3</a:t>
            </a:r>
          </a:p>
        </p:txBody>
      </p:sp>
      <p:sp>
        <p:nvSpPr>
          <p:cNvPr id="13" name="Text Placeholder 17"/>
          <p:cNvSpPr>
            <a:spLocks noGrp="1"/>
          </p:cNvSpPr>
          <p:nvPr>
            <p:ph type="body" sz="quarter" idx="19" hasCustomPrompt="1"/>
          </p:nvPr>
        </p:nvSpPr>
        <p:spPr>
          <a:xfrm>
            <a:off x="575610" y="1427248"/>
            <a:ext cx="698624" cy="693381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 algn="ctr">
              <a:buNone/>
              <a:defRPr sz="4000" b="0" i="0" baseline="0">
                <a:ln>
                  <a:solidFill>
                    <a:srgbClr val="FFFFFF"/>
                  </a:solidFill>
                </a:ln>
                <a:solidFill>
                  <a:srgbClr val="FFFFFF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 dirty="0"/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3053872667"/>
      </p:ext>
    </p:extLst>
  </p:cSld>
  <p:clrMapOvr>
    <a:masterClrMapping/>
  </p:clrMapOvr>
  <p:transition spd="slow">
    <p:wipe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5_Circled_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2" name="Oval 11"/>
          <p:cNvSpPr/>
          <p:nvPr/>
        </p:nvSpPr>
        <p:spPr>
          <a:xfrm>
            <a:off x="575611" y="1979318"/>
            <a:ext cx="464815" cy="464815"/>
          </a:xfrm>
          <a:prstGeom prst="ellipse">
            <a:avLst/>
          </a:prstGeom>
          <a:solidFill>
            <a:srgbClr val="38C6F4"/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91440" rtlCol="0" anchor="ctr" anchorCtr="0"/>
          <a:lstStyle/>
          <a:p>
            <a:pPr algn="ctr"/>
            <a:endParaRPr lang="en-US" sz="4000" dirty="0">
              <a:ln>
                <a:solidFill>
                  <a:schemeClr val="bg2"/>
                </a:solidFill>
              </a:ln>
              <a:solidFill>
                <a:schemeClr val="accent5"/>
              </a:solidFill>
              <a:cs typeface="Arial"/>
            </a:endParaRPr>
          </a:p>
        </p:txBody>
      </p:sp>
      <p:sp>
        <p:nvSpPr>
          <p:cNvPr id="15" name="Oval 14"/>
          <p:cNvSpPr/>
          <p:nvPr/>
        </p:nvSpPr>
        <p:spPr>
          <a:xfrm>
            <a:off x="575610" y="1328927"/>
            <a:ext cx="464815" cy="464815"/>
          </a:xfrm>
          <a:prstGeom prst="ellipse">
            <a:avLst/>
          </a:prstGeom>
          <a:solidFill>
            <a:srgbClr val="00394F"/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91440" rtlCol="0" anchor="ctr" anchorCtr="0"/>
          <a:lstStyle/>
          <a:p>
            <a:pPr algn="ctr"/>
            <a:endParaRPr lang="en-US" sz="4000" dirty="0">
              <a:ln>
                <a:solidFill>
                  <a:schemeClr val="bg2"/>
                </a:solidFill>
              </a:ln>
              <a:solidFill>
                <a:schemeClr val="accent5"/>
              </a:solidFill>
              <a:cs typeface="Arial"/>
            </a:endParaRPr>
          </a:p>
        </p:txBody>
      </p:sp>
      <p:sp>
        <p:nvSpPr>
          <p:cNvPr id="22" name="Oval 21"/>
          <p:cNvSpPr/>
          <p:nvPr/>
        </p:nvSpPr>
        <p:spPr>
          <a:xfrm>
            <a:off x="575611" y="2627446"/>
            <a:ext cx="464815" cy="464815"/>
          </a:xfrm>
          <a:prstGeom prst="ellipse">
            <a:avLst/>
          </a:prstGeom>
          <a:solidFill>
            <a:schemeClr val="bg2"/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91440" rtlCol="0" anchor="ctr" anchorCtr="0"/>
          <a:lstStyle/>
          <a:p>
            <a:pPr algn="ctr"/>
            <a:endParaRPr lang="en-US" sz="4000" dirty="0">
              <a:ln>
                <a:solidFill>
                  <a:schemeClr val="bg2"/>
                </a:solidFill>
              </a:ln>
              <a:solidFill>
                <a:schemeClr val="accent5"/>
              </a:solidFill>
              <a:cs typeface="Arial"/>
            </a:endParaRPr>
          </a:p>
        </p:txBody>
      </p:sp>
      <p:sp>
        <p:nvSpPr>
          <p:cNvPr id="24" name="Text Placeholder 17"/>
          <p:cNvSpPr>
            <a:spLocks noGrp="1"/>
          </p:cNvSpPr>
          <p:nvPr>
            <p:ph type="body" sz="quarter" idx="13"/>
          </p:nvPr>
        </p:nvSpPr>
        <p:spPr>
          <a:xfrm>
            <a:off x="1172384" y="1334842"/>
            <a:ext cx="5678748" cy="461327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 algn="l">
              <a:buNone/>
              <a:defRPr sz="2000" b="0" i="0" baseline="0">
                <a:solidFill>
                  <a:schemeClr val="accent1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5" name="Text Placeholder 17"/>
          <p:cNvSpPr>
            <a:spLocks noGrp="1"/>
          </p:cNvSpPr>
          <p:nvPr>
            <p:ph type="body" sz="quarter" idx="14"/>
          </p:nvPr>
        </p:nvSpPr>
        <p:spPr>
          <a:xfrm>
            <a:off x="1172385" y="1984561"/>
            <a:ext cx="5678748" cy="461327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 algn="l">
              <a:buNone/>
              <a:defRPr sz="2000" b="0" i="0" baseline="0">
                <a:solidFill>
                  <a:schemeClr val="accent1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17"/>
          <p:cNvSpPr>
            <a:spLocks noGrp="1"/>
          </p:cNvSpPr>
          <p:nvPr>
            <p:ph type="body" sz="quarter" idx="15"/>
          </p:nvPr>
        </p:nvSpPr>
        <p:spPr>
          <a:xfrm>
            <a:off x="1172385" y="2627446"/>
            <a:ext cx="5678748" cy="461327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 algn="l">
              <a:buNone/>
              <a:defRPr sz="2000" b="0" i="0" baseline="0">
                <a:solidFill>
                  <a:schemeClr val="accent1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7" name="Text Placeholder 17"/>
          <p:cNvSpPr>
            <a:spLocks noGrp="1"/>
          </p:cNvSpPr>
          <p:nvPr>
            <p:ph type="body" sz="quarter" idx="16" hasCustomPrompt="1"/>
          </p:nvPr>
        </p:nvSpPr>
        <p:spPr>
          <a:xfrm>
            <a:off x="575611" y="1327521"/>
            <a:ext cx="464815" cy="461327"/>
          </a:xfrm>
          <a:prstGeom prst="rect">
            <a:avLst/>
          </a:prstGeom>
          <a:noFill/>
          <a:ln>
            <a:noFill/>
          </a:ln>
        </p:spPr>
        <p:txBody>
          <a:bodyPr lIns="91420" tIns="45710" rIns="91420" bIns="45710" anchor="ctr" anchorCtr="0">
            <a:noAutofit/>
          </a:bodyPr>
          <a:lstStyle>
            <a:lvl1pPr marL="0" indent="0" algn="ctr">
              <a:buNone/>
              <a:defRPr sz="2000" b="0" i="0" baseline="0">
                <a:ln>
                  <a:solidFill>
                    <a:srgbClr val="FFFFFF"/>
                  </a:solidFill>
                </a:ln>
                <a:solidFill>
                  <a:srgbClr val="FFFFFF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 dirty="0"/>
              <a:t>1</a:t>
            </a:r>
          </a:p>
        </p:txBody>
      </p:sp>
      <p:sp>
        <p:nvSpPr>
          <p:cNvPr id="28" name="Text Placeholder 17"/>
          <p:cNvSpPr>
            <a:spLocks noGrp="1"/>
          </p:cNvSpPr>
          <p:nvPr>
            <p:ph type="body" sz="quarter" idx="17" hasCustomPrompt="1"/>
          </p:nvPr>
        </p:nvSpPr>
        <p:spPr>
          <a:xfrm>
            <a:off x="575611" y="1979318"/>
            <a:ext cx="464815" cy="461327"/>
          </a:xfrm>
          <a:prstGeom prst="rect">
            <a:avLst/>
          </a:prstGeom>
          <a:noFill/>
          <a:ln>
            <a:noFill/>
          </a:ln>
        </p:spPr>
        <p:txBody>
          <a:bodyPr lIns="91420" tIns="45710" rIns="91420" bIns="45710" anchor="ctr" anchorCtr="0">
            <a:noAutofit/>
          </a:bodyPr>
          <a:lstStyle>
            <a:lvl1pPr marL="0" indent="0" algn="ctr">
              <a:buNone/>
              <a:defRPr sz="2000" b="0" i="0" baseline="0">
                <a:ln>
                  <a:solidFill>
                    <a:srgbClr val="FFFFFF"/>
                  </a:solidFill>
                </a:ln>
                <a:solidFill>
                  <a:srgbClr val="FFFFFF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 dirty="0"/>
              <a:t>2</a:t>
            </a:r>
          </a:p>
        </p:txBody>
      </p:sp>
      <p:sp>
        <p:nvSpPr>
          <p:cNvPr id="29" name="Text Placeholder 17"/>
          <p:cNvSpPr>
            <a:spLocks noGrp="1"/>
          </p:cNvSpPr>
          <p:nvPr>
            <p:ph type="body" sz="quarter" idx="18" hasCustomPrompt="1"/>
          </p:nvPr>
        </p:nvSpPr>
        <p:spPr>
          <a:xfrm>
            <a:off x="575612" y="2625493"/>
            <a:ext cx="464815" cy="461327"/>
          </a:xfrm>
          <a:prstGeom prst="rect">
            <a:avLst/>
          </a:prstGeom>
          <a:noFill/>
          <a:ln>
            <a:noFill/>
          </a:ln>
        </p:spPr>
        <p:txBody>
          <a:bodyPr lIns="91420" tIns="45710" rIns="91420" bIns="45710" anchor="ctr" anchorCtr="0">
            <a:noAutofit/>
          </a:bodyPr>
          <a:lstStyle>
            <a:lvl1pPr marL="0" indent="0" algn="ctr">
              <a:buNone/>
              <a:defRPr sz="2000" b="0" i="0" baseline="0">
                <a:ln>
                  <a:solidFill>
                    <a:srgbClr val="FFFFFF"/>
                  </a:solidFill>
                </a:ln>
                <a:solidFill>
                  <a:srgbClr val="FFFFFF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 dirty="0"/>
              <a:t>3</a:t>
            </a:r>
          </a:p>
        </p:txBody>
      </p:sp>
      <p:sp>
        <p:nvSpPr>
          <p:cNvPr id="13" name="Oval 12"/>
          <p:cNvSpPr/>
          <p:nvPr/>
        </p:nvSpPr>
        <p:spPr>
          <a:xfrm>
            <a:off x="575612" y="3274581"/>
            <a:ext cx="464815" cy="464815"/>
          </a:xfrm>
          <a:prstGeom prst="ellipse">
            <a:avLst/>
          </a:prstGeom>
          <a:solidFill>
            <a:schemeClr val="accent6"/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91440" rtlCol="0" anchor="ctr" anchorCtr="0"/>
          <a:lstStyle/>
          <a:p>
            <a:pPr algn="ctr"/>
            <a:endParaRPr lang="en-US" sz="4000" dirty="0">
              <a:ln>
                <a:solidFill>
                  <a:schemeClr val="bg2"/>
                </a:solidFill>
              </a:ln>
              <a:solidFill>
                <a:schemeClr val="accent5"/>
              </a:solidFill>
              <a:cs typeface="Arial"/>
            </a:endParaRPr>
          </a:p>
        </p:txBody>
      </p:sp>
      <p:sp>
        <p:nvSpPr>
          <p:cNvPr id="14" name="Text Placeholder 17"/>
          <p:cNvSpPr>
            <a:spLocks noGrp="1"/>
          </p:cNvSpPr>
          <p:nvPr>
            <p:ph type="body" sz="quarter" idx="19"/>
          </p:nvPr>
        </p:nvSpPr>
        <p:spPr>
          <a:xfrm>
            <a:off x="1172386" y="3274581"/>
            <a:ext cx="5678748" cy="461327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 algn="l">
              <a:buNone/>
              <a:defRPr sz="2000" b="0" i="0" baseline="0">
                <a:solidFill>
                  <a:schemeClr val="accent1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7"/>
          <p:cNvSpPr>
            <a:spLocks noGrp="1"/>
          </p:cNvSpPr>
          <p:nvPr>
            <p:ph type="body" sz="quarter" idx="20" hasCustomPrompt="1"/>
          </p:nvPr>
        </p:nvSpPr>
        <p:spPr>
          <a:xfrm>
            <a:off x="575613" y="3272628"/>
            <a:ext cx="464815" cy="461327"/>
          </a:xfrm>
          <a:prstGeom prst="rect">
            <a:avLst/>
          </a:prstGeom>
          <a:noFill/>
          <a:ln>
            <a:noFill/>
          </a:ln>
        </p:spPr>
        <p:txBody>
          <a:bodyPr lIns="91420" tIns="45710" rIns="91420" bIns="45710" anchor="ctr" anchorCtr="0">
            <a:noAutofit/>
          </a:bodyPr>
          <a:lstStyle>
            <a:lvl1pPr marL="0" indent="0" algn="ctr">
              <a:buNone/>
              <a:defRPr sz="2000" b="0" i="0" baseline="0">
                <a:ln>
                  <a:solidFill>
                    <a:srgbClr val="FFFFFF"/>
                  </a:solidFill>
                </a:ln>
                <a:solidFill>
                  <a:srgbClr val="FFFFFF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 dirty="0"/>
              <a:t>4</a:t>
            </a:r>
          </a:p>
        </p:txBody>
      </p:sp>
      <p:sp>
        <p:nvSpPr>
          <p:cNvPr id="17" name="Oval 16"/>
          <p:cNvSpPr/>
          <p:nvPr/>
        </p:nvSpPr>
        <p:spPr>
          <a:xfrm>
            <a:off x="575613" y="3921716"/>
            <a:ext cx="464815" cy="464815"/>
          </a:xfrm>
          <a:prstGeom prst="ellipse">
            <a:avLst/>
          </a:prstGeom>
          <a:solidFill>
            <a:srgbClr val="00394F"/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91440" rtlCol="0" anchor="ctr" anchorCtr="0"/>
          <a:lstStyle/>
          <a:p>
            <a:pPr algn="ctr"/>
            <a:endParaRPr lang="en-US" sz="4000" dirty="0">
              <a:ln>
                <a:solidFill>
                  <a:schemeClr val="bg2"/>
                </a:solidFill>
              </a:ln>
              <a:solidFill>
                <a:schemeClr val="accent5"/>
              </a:solidFill>
              <a:cs typeface="Arial"/>
            </a:endParaRPr>
          </a:p>
        </p:txBody>
      </p:sp>
      <p:sp>
        <p:nvSpPr>
          <p:cNvPr id="18" name="Text Placeholder 17"/>
          <p:cNvSpPr>
            <a:spLocks noGrp="1"/>
          </p:cNvSpPr>
          <p:nvPr>
            <p:ph type="body" sz="quarter" idx="21"/>
          </p:nvPr>
        </p:nvSpPr>
        <p:spPr>
          <a:xfrm>
            <a:off x="1172387" y="3921716"/>
            <a:ext cx="5678748" cy="461327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 algn="l">
              <a:buNone/>
              <a:defRPr sz="2000" b="0" i="0" baseline="0">
                <a:solidFill>
                  <a:schemeClr val="accent1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17"/>
          <p:cNvSpPr>
            <a:spLocks noGrp="1"/>
          </p:cNvSpPr>
          <p:nvPr>
            <p:ph type="body" sz="quarter" idx="22" hasCustomPrompt="1"/>
          </p:nvPr>
        </p:nvSpPr>
        <p:spPr>
          <a:xfrm>
            <a:off x="575614" y="3919763"/>
            <a:ext cx="464815" cy="461327"/>
          </a:xfrm>
          <a:prstGeom prst="rect">
            <a:avLst/>
          </a:prstGeom>
          <a:ln>
            <a:noFill/>
          </a:ln>
        </p:spPr>
        <p:txBody>
          <a:bodyPr lIns="91420" tIns="45710" rIns="91420" bIns="45710" anchor="ctr" anchorCtr="0">
            <a:noAutofit/>
          </a:bodyPr>
          <a:lstStyle>
            <a:lvl1pPr marL="0" indent="0" algn="ctr">
              <a:buNone/>
              <a:defRPr sz="2000" b="0" i="0" baseline="0">
                <a:ln>
                  <a:solidFill>
                    <a:srgbClr val="FFFFFF"/>
                  </a:solidFill>
                </a:ln>
                <a:solidFill>
                  <a:srgbClr val="FFFFFF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 dirty="0"/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2962125011"/>
      </p:ext>
    </p:extLst>
  </p:cSld>
  <p:clrMapOvr>
    <a:masterClrMapping/>
  </p:clrMapOvr>
  <p:transition spd="slow">
    <p:wipe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6_Circled_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rgbClr val="004C69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42" name="Oval 41"/>
          <p:cNvSpPr/>
          <p:nvPr/>
        </p:nvSpPr>
        <p:spPr>
          <a:xfrm>
            <a:off x="575611" y="1979318"/>
            <a:ext cx="464815" cy="464815"/>
          </a:xfrm>
          <a:prstGeom prst="ellipse">
            <a:avLst/>
          </a:prstGeom>
          <a:solidFill>
            <a:srgbClr val="38C6F4"/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91440" rtlCol="0" anchor="ctr" anchorCtr="0"/>
          <a:lstStyle/>
          <a:p>
            <a:pPr algn="ctr"/>
            <a:endParaRPr lang="en-US" sz="1800" dirty="0">
              <a:ln>
                <a:solidFill>
                  <a:schemeClr val="bg2"/>
                </a:solidFill>
              </a:ln>
              <a:solidFill>
                <a:schemeClr val="bg2"/>
              </a:solidFill>
              <a:cs typeface="Arial"/>
            </a:endParaRPr>
          </a:p>
        </p:txBody>
      </p:sp>
      <p:sp>
        <p:nvSpPr>
          <p:cNvPr id="43" name="Oval 42"/>
          <p:cNvSpPr/>
          <p:nvPr/>
        </p:nvSpPr>
        <p:spPr>
          <a:xfrm>
            <a:off x="575610" y="1328927"/>
            <a:ext cx="464815" cy="464815"/>
          </a:xfrm>
          <a:prstGeom prst="ellipse">
            <a:avLst/>
          </a:prstGeom>
          <a:solidFill>
            <a:srgbClr val="00394F"/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91440" rtlCol="0" anchor="ctr" anchorCtr="0"/>
          <a:lstStyle/>
          <a:p>
            <a:pPr algn="ctr"/>
            <a:endParaRPr lang="en-US" sz="1800" dirty="0">
              <a:ln>
                <a:solidFill>
                  <a:schemeClr val="bg2"/>
                </a:solidFill>
              </a:ln>
              <a:solidFill>
                <a:srgbClr val="FFFFFF"/>
              </a:solidFill>
              <a:cs typeface="Arial"/>
            </a:endParaRPr>
          </a:p>
        </p:txBody>
      </p:sp>
      <p:sp>
        <p:nvSpPr>
          <p:cNvPr id="44" name="Oval 43"/>
          <p:cNvSpPr/>
          <p:nvPr/>
        </p:nvSpPr>
        <p:spPr>
          <a:xfrm>
            <a:off x="575611" y="2627446"/>
            <a:ext cx="464815" cy="464815"/>
          </a:xfrm>
          <a:prstGeom prst="ellipse">
            <a:avLst/>
          </a:prstGeom>
          <a:solidFill>
            <a:schemeClr val="bg2"/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91440" rtlCol="0" anchor="ctr" anchorCtr="0"/>
          <a:lstStyle/>
          <a:p>
            <a:pPr algn="ctr"/>
            <a:endParaRPr lang="en-US" sz="1800" dirty="0">
              <a:ln>
                <a:solidFill>
                  <a:schemeClr val="bg2"/>
                </a:solidFill>
              </a:ln>
              <a:solidFill>
                <a:schemeClr val="bg2"/>
              </a:solidFill>
              <a:cs typeface="Arial"/>
            </a:endParaRPr>
          </a:p>
        </p:txBody>
      </p:sp>
      <p:sp>
        <p:nvSpPr>
          <p:cNvPr id="45" name="Text Placeholder 17"/>
          <p:cNvSpPr>
            <a:spLocks noGrp="1"/>
          </p:cNvSpPr>
          <p:nvPr>
            <p:ph type="body" sz="quarter" idx="13"/>
          </p:nvPr>
        </p:nvSpPr>
        <p:spPr>
          <a:xfrm>
            <a:off x="1172384" y="1334842"/>
            <a:ext cx="2175886" cy="461327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 algn="l">
              <a:buNone/>
              <a:defRPr sz="1800" b="0" i="0" baseline="0">
                <a:solidFill>
                  <a:srgbClr val="004C69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6" name="Text Placeholder 17"/>
          <p:cNvSpPr>
            <a:spLocks noGrp="1"/>
          </p:cNvSpPr>
          <p:nvPr>
            <p:ph type="body" sz="quarter" idx="14"/>
          </p:nvPr>
        </p:nvSpPr>
        <p:spPr>
          <a:xfrm>
            <a:off x="1172385" y="1984561"/>
            <a:ext cx="2175886" cy="461327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 algn="l">
              <a:buNone/>
              <a:defRPr sz="1800" b="0" i="0" baseline="0">
                <a:solidFill>
                  <a:srgbClr val="004C69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7" name="Text Placeholder 17"/>
          <p:cNvSpPr>
            <a:spLocks noGrp="1"/>
          </p:cNvSpPr>
          <p:nvPr>
            <p:ph type="body" sz="quarter" idx="15"/>
          </p:nvPr>
        </p:nvSpPr>
        <p:spPr>
          <a:xfrm>
            <a:off x="1172385" y="2627446"/>
            <a:ext cx="2175886" cy="461327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 algn="l">
              <a:buNone/>
              <a:defRPr sz="1800" b="0" i="0" baseline="0">
                <a:solidFill>
                  <a:srgbClr val="004C69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8" name="Text Placeholder 17"/>
          <p:cNvSpPr>
            <a:spLocks noGrp="1"/>
          </p:cNvSpPr>
          <p:nvPr>
            <p:ph type="body" sz="quarter" idx="16" hasCustomPrompt="1"/>
          </p:nvPr>
        </p:nvSpPr>
        <p:spPr>
          <a:xfrm>
            <a:off x="575611" y="1327521"/>
            <a:ext cx="464815" cy="461327"/>
          </a:xfrm>
          <a:prstGeom prst="rect">
            <a:avLst/>
          </a:prstGeom>
          <a:noFill/>
          <a:ln>
            <a:noFill/>
          </a:ln>
        </p:spPr>
        <p:txBody>
          <a:bodyPr lIns="91420" tIns="45710" rIns="91420" bIns="45710" anchor="ctr" anchorCtr="0">
            <a:noAutofit/>
          </a:bodyPr>
          <a:lstStyle>
            <a:lvl1pPr marL="0" indent="0" algn="ctr">
              <a:buNone/>
              <a:defRPr sz="1800" b="0" i="0" baseline="0">
                <a:ln>
                  <a:solidFill>
                    <a:srgbClr val="FFFFFF"/>
                  </a:solidFill>
                </a:ln>
                <a:solidFill>
                  <a:srgbClr val="FFFFFF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 dirty="0"/>
              <a:t>1</a:t>
            </a:r>
          </a:p>
        </p:txBody>
      </p:sp>
      <p:sp>
        <p:nvSpPr>
          <p:cNvPr id="49" name="Text Placeholder 17"/>
          <p:cNvSpPr>
            <a:spLocks noGrp="1"/>
          </p:cNvSpPr>
          <p:nvPr>
            <p:ph type="body" sz="quarter" idx="17" hasCustomPrompt="1"/>
          </p:nvPr>
        </p:nvSpPr>
        <p:spPr>
          <a:xfrm>
            <a:off x="575611" y="1979318"/>
            <a:ext cx="464815" cy="461327"/>
          </a:xfrm>
          <a:prstGeom prst="rect">
            <a:avLst/>
          </a:prstGeom>
          <a:noFill/>
          <a:ln>
            <a:noFill/>
          </a:ln>
        </p:spPr>
        <p:txBody>
          <a:bodyPr lIns="91420" tIns="45710" rIns="91420" bIns="45710" anchor="ctr" anchorCtr="0">
            <a:noAutofit/>
          </a:bodyPr>
          <a:lstStyle>
            <a:lvl1pPr marL="0" indent="0" algn="ctr">
              <a:buNone/>
              <a:defRPr sz="1800" b="0" i="0" baseline="0">
                <a:ln>
                  <a:solidFill>
                    <a:srgbClr val="FFFFFF"/>
                  </a:solidFill>
                </a:ln>
                <a:solidFill>
                  <a:srgbClr val="FFFFFF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 dirty="0"/>
              <a:t>2</a:t>
            </a:r>
          </a:p>
        </p:txBody>
      </p:sp>
      <p:sp>
        <p:nvSpPr>
          <p:cNvPr id="50" name="Text Placeholder 17"/>
          <p:cNvSpPr>
            <a:spLocks noGrp="1"/>
          </p:cNvSpPr>
          <p:nvPr>
            <p:ph type="body" sz="quarter" idx="18" hasCustomPrompt="1"/>
          </p:nvPr>
        </p:nvSpPr>
        <p:spPr>
          <a:xfrm>
            <a:off x="575612" y="2625493"/>
            <a:ext cx="464815" cy="461327"/>
          </a:xfrm>
          <a:prstGeom prst="rect">
            <a:avLst/>
          </a:prstGeom>
          <a:noFill/>
          <a:ln>
            <a:noFill/>
          </a:ln>
        </p:spPr>
        <p:txBody>
          <a:bodyPr lIns="91420" tIns="45710" rIns="91420" bIns="45710" anchor="ctr" anchorCtr="0">
            <a:noAutofit/>
          </a:bodyPr>
          <a:lstStyle>
            <a:lvl1pPr marL="0" indent="0" algn="ctr">
              <a:buNone/>
              <a:defRPr sz="1800" b="0" i="0" baseline="0">
                <a:ln>
                  <a:solidFill>
                    <a:srgbClr val="FFFFFF"/>
                  </a:solidFill>
                </a:ln>
                <a:solidFill>
                  <a:srgbClr val="FFFFFF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 dirty="0"/>
              <a:t>3</a:t>
            </a:r>
          </a:p>
        </p:txBody>
      </p:sp>
      <p:sp>
        <p:nvSpPr>
          <p:cNvPr id="51" name="Oval 50"/>
          <p:cNvSpPr/>
          <p:nvPr/>
        </p:nvSpPr>
        <p:spPr>
          <a:xfrm>
            <a:off x="575612" y="3274581"/>
            <a:ext cx="464815" cy="464815"/>
          </a:xfrm>
          <a:prstGeom prst="ellipse">
            <a:avLst/>
          </a:prstGeom>
          <a:solidFill>
            <a:schemeClr val="accent6"/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91440" rtlCol="0" anchor="ctr" anchorCtr="0"/>
          <a:lstStyle/>
          <a:p>
            <a:pPr algn="ctr"/>
            <a:endParaRPr lang="en-US" sz="1800" dirty="0">
              <a:ln>
                <a:solidFill>
                  <a:schemeClr val="bg2"/>
                </a:solidFill>
              </a:ln>
              <a:solidFill>
                <a:schemeClr val="bg2"/>
              </a:solidFill>
              <a:cs typeface="Arial"/>
            </a:endParaRPr>
          </a:p>
        </p:txBody>
      </p:sp>
      <p:sp>
        <p:nvSpPr>
          <p:cNvPr id="52" name="Text Placeholder 17"/>
          <p:cNvSpPr>
            <a:spLocks noGrp="1"/>
          </p:cNvSpPr>
          <p:nvPr>
            <p:ph type="body" sz="quarter" idx="19"/>
          </p:nvPr>
        </p:nvSpPr>
        <p:spPr>
          <a:xfrm>
            <a:off x="1172386" y="3274581"/>
            <a:ext cx="2175886" cy="461327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 algn="l">
              <a:buNone/>
              <a:defRPr sz="1800" b="0" i="0" baseline="0">
                <a:solidFill>
                  <a:srgbClr val="004C69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3" name="Text Placeholder 17"/>
          <p:cNvSpPr>
            <a:spLocks noGrp="1"/>
          </p:cNvSpPr>
          <p:nvPr>
            <p:ph type="body" sz="quarter" idx="20" hasCustomPrompt="1"/>
          </p:nvPr>
        </p:nvSpPr>
        <p:spPr>
          <a:xfrm>
            <a:off x="575613" y="3272628"/>
            <a:ext cx="464815" cy="461327"/>
          </a:xfrm>
          <a:prstGeom prst="rect">
            <a:avLst/>
          </a:prstGeom>
          <a:noFill/>
          <a:ln>
            <a:noFill/>
          </a:ln>
        </p:spPr>
        <p:txBody>
          <a:bodyPr lIns="91420" tIns="45710" rIns="91420" bIns="45710" anchor="ctr" anchorCtr="0">
            <a:noAutofit/>
          </a:bodyPr>
          <a:lstStyle>
            <a:lvl1pPr marL="0" indent="0" algn="ctr">
              <a:buNone/>
              <a:defRPr sz="1800" b="0" i="0" baseline="0">
                <a:ln>
                  <a:solidFill>
                    <a:srgbClr val="FFFFFF"/>
                  </a:solidFill>
                </a:ln>
                <a:solidFill>
                  <a:srgbClr val="FFFFFF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 dirty="0"/>
              <a:t>4</a:t>
            </a:r>
          </a:p>
        </p:txBody>
      </p:sp>
      <p:sp>
        <p:nvSpPr>
          <p:cNvPr id="54" name="Oval 53"/>
          <p:cNvSpPr/>
          <p:nvPr/>
        </p:nvSpPr>
        <p:spPr>
          <a:xfrm>
            <a:off x="575613" y="3921716"/>
            <a:ext cx="464815" cy="464815"/>
          </a:xfrm>
          <a:prstGeom prst="ellipse">
            <a:avLst/>
          </a:prstGeom>
          <a:solidFill>
            <a:schemeClr val="accent1">
              <a:lumMod val="75000"/>
            </a:schemeClr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91440" rtlCol="0" anchor="ctr" anchorCtr="0"/>
          <a:lstStyle/>
          <a:p>
            <a:pPr algn="ctr"/>
            <a:endParaRPr lang="en-US" sz="1800" dirty="0">
              <a:ln>
                <a:solidFill>
                  <a:schemeClr val="bg2"/>
                </a:solidFill>
              </a:ln>
              <a:solidFill>
                <a:schemeClr val="bg2"/>
              </a:solidFill>
              <a:cs typeface="Arial"/>
            </a:endParaRPr>
          </a:p>
        </p:txBody>
      </p:sp>
      <p:sp>
        <p:nvSpPr>
          <p:cNvPr id="55" name="Text Placeholder 17"/>
          <p:cNvSpPr>
            <a:spLocks noGrp="1"/>
          </p:cNvSpPr>
          <p:nvPr>
            <p:ph type="body" sz="quarter" idx="21"/>
          </p:nvPr>
        </p:nvSpPr>
        <p:spPr>
          <a:xfrm>
            <a:off x="1172387" y="3921716"/>
            <a:ext cx="2175886" cy="461327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 algn="l">
              <a:buNone/>
              <a:defRPr sz="1800" b="0" i="0" baseline="0">
                <a:solidFill>
                  <a:srgbClr val="004C69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6" name="Text Placeholder 17"/>
          <p:cNvSpPr>
            <a:spLocks noGrp="1"/>
          </p:cNvSpPr>
          <p:nvPr>
            <p:ph type="body" sz="quarter" idx="22" hasCustomPrompt="1"/>
          </p:nvPr>
        </p:nvSpPr>
        <p:spPr>
          <a:xfrm>
            <a:off x="575614" y="3919763"/>
            <a:ext cx="464815" cy="461327"/>
          </a:xfrm>
          <a:prstGeom prst="rect">
            <a:avLst/>
          </a:prstGeom>
          <a:noFill/>
          <a:ln>
            <a:noFill/>
          </a:ln>
        </p:spPr>
        <p:txBody>
          <a:bodyPr lIns="91420" tIns="45710" rIns="91420" bIns="45710" anchor="ctr" anchorCtr="0">
            <a:noAutofit/>
          </a:bodyPr>
          <a:lstStyle>
            <a:lvl1pPr marL="0" indent="0" algn="ctr">
              <a:buNone/>
              <a:defRPr sz="1800" b="0" i="0" baseline="0">
                <a:ln>
                  <a:solidFill>
                    <a:srgbClr val="FFFFFF"/>
                  </a:solidFill>
                </a:ln>
                <a:solidFill>
                  <a:srgbClr val="FFFFFF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 dirty="0"/>
              <a:t>5</a:t>
            </a:r>
          </a:p>
        </p:txBody>
      </p:sp>
      <p:sp>
        <p:nvSpPr>
          <p:cNvPr id="57" name="Oval 56"/>
          <p:cNvSpPr/>
          <p:nvPr/>
        </p:nvSpPr>
        <p:spPr>
          <a:xfrm>
            <a:off x="4414576" y="1983084"/>
            <a:ext cx="464815" cy="464815"/>
          </a:xfrm>
          <a:prstGeom prst="ellipse">
            <a:avLst/>
          </a:prstGeom>
          <a:solidFill>
            <a:schemeClr val="accent6"/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91440" rtlCol="0" anchor="ctr" anchorCtr="0"/>
          <a:lstStyle/>
          <a:p>
            <a:pPr algn="ctr"/>
            <a:endParaRPr lang="en-US" sz="1800" dirty="0">
              <a:ln>
                <a:solidFill>
                  <a:schemeClr val="bg2"/>
                </a:solidFill>
              </a:ln>
              <a:solidFill>
                <a:schemeClr val="bg2"/>
              </a:solidFill>
              <a:cs typeface="Arial"/>
            </a:endParaRPr>
          </a:p>
        </p:txBody>
      </p:sp>
      <p:sp>
        <p:nvSpPr>
          <p:cNvPr id="58" name="Oval 57"/>
          <p:cNvSpPr/>
          <p:nvPr/>
        </p:nvSpPr>
        <p:spPr>
          <a:xfrm>
            <a:off x="4414575" y="1332693"/>
            <a:ext cx="464815" cy="464815"/>
          </a:xfrm>
          <a:prstGeom prst="ellipse">
            <a:avLst/>
          </a:prstGeom>
          <a:solidFill>
            <a:srgbClr val="00394F"/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91440" rtlCol="0" anchor="ctr" anchorCtr="0"/>
          <a:lstStyle/>
          <a:p>
            <a:pPr algn="ctr"/>
            <a:endParaRPr lang="en-US" sz="1800" dirty="0">
              <a:ln>
                <a:solidFill>
                  <a:schemeClr val="bg2"/>
                </a:solidFill>
              </a:ln>
              <a:solidFill>
                <a:schemeClr val="bg2"/>
              </a:solidFill>
              <a:cs typeface="Arial"/>
            </a:endParaRPr>
          </a:p>
        </p:txBody>
      </p:sp>
      <p:sp>
        <p:nvSpPr>
          <p:cNvPr id="59" name="Oval 58"/>
          <p:cNvSpPr/>
          <p:nvPr/>
        </p:nvSpPr>
        <p:spPr>
          <a:xfrm>
            <a:off x="4414576" y="2631212"/>
            <a:ext cx="464815" cy="464815"/>
          </a:xfrm>
          <a:prstGeom prst="ellipse">
            <a:avLst/>
          </a:prstGeom>
          <a:solidFill>
            <a:schemeClr val="accent5"/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91440" rtlCol="0" anchor="ctr" anchorCtr="0"/>
          <a:lstStyle/>
          <a:p>
            <a:pPr algn="ctr"/>
            <a:endParaRPr lang="en-US" sz="1800" dirty="0">
              <a:ln>
                <a:solidFill>
                  <a:schemeClr val="bg2"/>
                </a:solidFill>
              </a:ln>
              <a:solidFill>
                <a:schemeClr val="bg2"/>
              </a:solidFill>
              <a:cs typeface="Arial"/>
            </a:endParaRPr>
          </a:p>
        </p:txBody>
      </p:sp>
      <p:sp>
        <p:nvSpPr>
          <p:cNvPr id="60" name="Text Placeholder 17"/>
          <p:cNvSpPr>
            <a:spLocks noGrp="1"/>
          </p:cNvSpPr>
          <p:nvPr>
            <p:ph type="body" sz="quarter" idx="23"/>
          </p:nvPr>
        </p:nvSpPr>
        <p:spPr>
          <a:xfrm>
            <a:off x="5011349" y="1338608"/>
            <a:ext cx="2175886" cy="461327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 algn="l">
              <a:buNone/>
              <a:defRPr sz="1800" b="0" i="0" baseline="0">
                <a:solidFill>
                  <a:srgbClr val="004C69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1" name="Text Placeholder 17"/>
          <p:cNvSpPr>
            <a:spLocks noGrp="1"/>
          </p:cNvSpPr>
          <p:nvPr>
            <p:ph type="body" sz="quarter" idx="24"/>
          </p:nvPr>
        </p:nvSpPr>
        <p:spPr>
          <a:xfrm>
            <a:off x="5011350" y="1988327"/>
            <a:ext cx="2175886" cy="461327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 algn="l">
              <a:buNone/>
              <a:defRPr sz="1800" b="0" i="0" baseline="0">
                <a:solidFill>
                  <a:srgbClr val="004C69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2" name="Text Placeholder 17"/>
          <p:cNvSpPr>
            <a:spLocks noGrp="1"/>
          </p:cNvSpPr>
          <p:nvPr>
            <p:ph type="body" sz="quarter" idx="25"/>
          </p:nvPr>
        </p:nvSpPr>
        <p:spPr>
          <a:xfrm>
            <a:off x="5011350" y="2631212"/>
            <a:ext cx="2175886" cy="461327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 algn="l">
              <a:buNone/>
              <a:defRPr sz="1800" b="0" i="0" baseline="0">
                <a:solidFill>
                  <a:srgbClr val="004C69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3" name="Text Placeholder 17"/>
          <p:cNvSpPr>
            <a:spLocks noGrp="1"/>
          </p:cNvSpPr>
          <p:nvPr>
            <p:ph type="body" sz="quarter" idx="26" hasCustomPrompt="1"/>
          </p:nvPr>
        </p:nvSpPr>
        <p:spPr>
          <a:xfrm>
            <a:off x="4414576" y="1331287"/>
            <a:ext cx="464815" cy="461327"/>
          </a:xfrm>
          <a:prstGeom prst="rect">
            <a:avLst/>
          </a:prstGeom>
          <a:noFill/>
          <a:ln>
            <a:noFill/>
          </a:ln>
        </p:spPr>
        <p:txBody>
          <a:bodyPr lIns="91420" tIns="45710" rIns="91420" bIns="45710" anchor="ctr" anchorCtr="0">
            <a:noAutofit/>
          </a:bodyPr>
          <a:lstStyle>
            <a:lvl1pPr marL="0" indent="0" algn="ctr">
              <a:buNone/>
              <a:defRPr sz="1800" b="0" i="0" baseline="0">
                <a:ln>
                  <a:solidFill>
                    <a:srgbClr val="FFFFFF"/>
                  </a:solidFill>
                </a:ln>
                <a:solidFill>
                  <a:srgbClr val="FFFFFF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 dirty="0"/>
              <a:t>6</a:t>
            </a:r>
          </a:p>
        </p:txBody>
      </p:sp>
      <p:sp>
        <p:nvSpPr>
          <p:cNvPr id="64" name="Text Placeholder 17"/>
          <p:cNvSpPr>
            <a:spLocks noGrp="1"/>
          </p:cNvSpPr>
          <p:nvPr>
            <p:ph type="body" sz="quarter" idx="27" hasCustomPrompt="1"/>
          </p:nvPr>
        </p:nvSpPr>
        <p:spPr>
          <a:xfrm>
            <a:off x="4414576" y="1983084"/>
            <a:ext cx="464815" cy="461327"/>
          </a:xfrm>
          <a:prstGeom prst="rect">
            <a:avLst/>
          </a:prstGeom>
          <a:noFill/>
          <a:ln>
            <a:noFill/>
          </a:ln>
        </p:spPr>
        <p:txBody>
          <a:bodyPr lIns="91420" tIns="45710" rIns="91420" bIns="45710" anchor="ctr" anchorCtr="0">
            <a:noAutofit/>
          </a:bodyPr>
          <a:lstStyle>
            <a:lvl1pPr marL="0" indent="0" algn="ctr">
              <a:buNone/>
              <a:defRPr sz="1800" b="0" i="0" baseline="0">
                <a:ln>
                  <a:solidFill>
                    <a:srgbClr val="FFFFFF"/>
                  </a:solidFill>
                </a:ln>
                <a:solidFill>
                  <a:srgbClr val="FFFFFF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 dirty="0"/>
              <a:t>7</a:t>
            </a:r>
          </a:p>
        </p:txBody>
      </p:sp>
      <p:sp>
        <p:nvSpPr>
          <p:cNvPr id="65" name="Text Placeholder 17"/>
          <p:cNvSpPr>
            <a:spLocks noGrp="1"/>
          </p:cNvSpPr>
          <p:nvPr>
            <p:ph type="body" sz="quarter" idx="28" hasCustomPrompt="1"/>
          </p:nvPr>
        </p:nvSpPr>
        <p:spPr>
          <a:xfrm>
            <a:off x="4414577" y="2629259"/>
            <a:ext cx="464815" cy="461327"/>
          </a:xfrm>
          <a:prstGeom prst="rect">
            <a:avLst/>
          </a:prstGeom>
          <a:noFill/>
          <a:ln>
            <a:noFill/>
          </a:ln>
        </p:spPr>
        <p:txBody>
          <a:bodyPr lIns="91420" tIns="45710" rIns="91420" bIns="45710" anchor="ctr" anchorCtr="0">
            <a:noAutofit/>
          </a:bodyPr>
          <a:lstStyle>
            <a:lvl1pPr marL="0" indent="0" algn="ctr">
              <a:buNone/>
              <a:defRPr sz="1800" b="0" i="0" baseline="0">
                <a:ln>
                  <a:solidFill>
                    <a:srgbClr val="FFFFFF"/>
                  </a:solidFill>
                </a:ln>
                <a:solidFill>
                  <a:srgbClr val="FFFFFF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 dirty="0"/>
              <a:t>8</a:t>
            </a:r>
          </a:p>
        </p:txBody>
      </p:sp>
      <p:sp>
        <p:nvSpPr>
          <p:cNvPr id="66" name="Oval 65"/>
          <p:cNvSpPr/>
          <p:nvPr/>
        </p:nvSpPr>
        <p:spPr>
          <a:xfrm>
            <a:off x="4414577" y="3278347"/>
            <a:ext cx="464815" cy="464815"/>
          </a:xfrm>
          <a:prstGeom prst="ellipse">
            <a:avLst/>
          </a:prstGeom>
          <a:solidFill>
            <a:schemeClr val="bg2"/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91440" rtlCol="0" anchor="ctr" anchorCtr="0"/>
          <a:lstStyle/>
          <a:p>
            <a:pPr algn="ctr"/>
            <a:endParaRPr lang="en-US" sz="1800" dirty="0">
              <a:ln>
                <a:solidFill>
                  <a:schemeClr val="bg2"/>
                </a:solidFill>
              </a:ln>
              <a:solidFill>
                <a:schemeClr val="bg2"/>
              </a:solidFill>
              <a:cs typeface="Arial"/>
            </a:endParaRPr>
          </a:p>
        </p:txBody>
      </p:sp>
      <p:sp>
        <p:nvSpPr>
          <p:cNvPr id="67" name="Text Placeholder 17"/>
          <p:cNvSpPr>
            <a:spLocks noGrp="1"/>
          </p:cNvSpPr>
          <p:nvPr>
            <p:ph type="body" sz="quarter" idx="29"/>
          </p:nvPr>
        </p:nvSpPr>
        <p:spPr>
          <a:xfrm>
            <a:off x="5011351" y="3278347"/>
            <a:ext cx="2175886" cy="461327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 algn="l">
              <a:buNone/>
              <a:defRPr sz="1800" b="0" i="0" baseline="0">
                <a:solidFill>
                  <a:srgbClr val="004C69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8" name="Text Placeholder 17"/>
          <p:cNvSpPr>
            <a:spLocks noGrp="1"/>
          </p:cNvSpPr>
          <p:nvPr>
            <p:ph type="body" sz="quarter" idx="30" hasCustomPrompt="1"/>
          </p:nvPr>
        </p:nvSpPr>
        <p:spPr>
          <a:xfrm>
            <a:off x="4414578" y="3276394"/>
            <a:ext cx="464815" cy="461327"/>
          </a:xfrm>
          <a:prstGeom prst="rect">
            <a:avLst/>
          </a:prstGeom>
          <a:noFill/>
          <a:ln>
            <a:noFill/>
          </a:ln>
        </p:spPr>
        <p:txBody>
          <a:bodyPr lIns="91420" tIns="45710" rIns="91420" bIns="45710" anchor="ctr" anchorCtr="0">
            <a:noAutofit/>
          </a:bodyPr>
          <a:lstStyle>
            <a:lvl1pPr marL="0" indent="0" algn="ctr">
              <a:buNone/>
              <a:defRPr sz="1800" b="0" i="0" baseline="0">
                <a:ln>
                  <a:solidFill>
                    <a:srgbClr val="FFFFFF"/>
                  </a:solidFill>
                </a:ln>
                <a:solidFill>
                  <a:srgbClr val="FFFFFF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 dirty="0"/>
              <a:t>9</a:t>
            </a:r>
          </a:p>
        </p:txBody>
      </p:sp>
      <p:sp>
        <p:nvSpPr>
          <p:cNvPr id="69" name="Oval 68"/>
          <p:cNvSpPr/>
          <p:nvPr/>
        </p:nvSpPr>
        <p:spPr>
          <a:xfrm>
            <a:off x="4414578" y="3925482"/>
            <a:ext cx="464815" cy="464815"/>
          </a:xfrm>
          <a:prstGeom prst="ellipse">
            <a:avLst/>
          </a:prstGeom>
          <a:solidFill>
            <a:schemeClr val="accent1">
              <a:lumMod val="75000"/>
            </a:schemeClr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91440" rtlCol="0" anchor="ctr" anchorCtr="0"/>
          <a:lstStyle/>
          <a:p>
            <a:pPr algn="ctr"/>
            <a:endParaRPr lang="en-US" sz="1800" dirty="0">
              <a:ln>
                <a:solidFill>
                  <a:schemeClr val="bg2"/>
                </a:solidFill>
              </a:ln>
              <a:solidFill>
                <a:schemeClr val="bg2"/>
              </a:solidFill>
              <a:cs typeface="Arial"/>
            </a:endParaRPr>
          </a:p>
        </p:txBody>
      </p:sp>
      <p:sp>
        <p:nvSpPr>
          <p:cNvPr id="70" name="Text Placeholder 17"/>
          <p:cNvSpPr>
            <a:spLocks noGrp="1"/>
          </p:cNvSpPr>
          <p:nvPr>
            <p:ph type="body" sz="quarter" idx="31"/>
          </p:nvPr>
        </p:nvSpPr>
        <p:spPr>
          <a:xfrm>
            <a:off x="5011352" y="3925482"/>
            <a:ext cx="2175886" cy="461327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 algn="l">
              <a:buNone/>
              <a:defRPr sz="1800" b="0" i="0" baseline="0">
                <a:solidFill>
                  <a:srgbClr val="004C69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1" name="Text Placeholder 17"/>
          <p:cNvSpPr>
            <a:spLocks noGrp="1"/>
          </p:cNvSpPr>
          <p:nvPr>
            <p:ph type="body" sz="quarter" idx="32" hasCustomPrompt="1"/>
          </p:nvPr>
        </p:nvSpPr>
        <p:spPr>
          <a:xfrm>
            <a:off x="4414579" y="3923529"/>
            <a:ext cx="464815" cy="461327"/>
          </a:xfrm>
          <a:prstGeom prst="rect">
            <a:avLst/>
          </a:prstGeom>
          <a:noFill/>
          <a:ln>
            <a:noFill/>
          </a:ln>
        </p:spPr>
        <p:txBody>
          <a:bodyPr lIns="91420" tIns="45710" rIns="91420" bIns="45710" anchor="ctr" anchorCtr="0">
            <a:noAutofit/>
          </a:bodyPr>
          <a:lstStyle>
            <a:lvl1pPr marL="0" indent="0" algn="ctr">
              <a:buNone/>
              <a:defRPr sz="1800" b="0" i="0" baseline="0">
                <a:ln>
                  <a:solidFill>
                    <a:srgbClr val="FFFFFF"/>
                  </a:solidFill>
                </a:ln>
                <a:solidFill>
                  <a:srgbClr val="FFFFFF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 dirty="0"/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3643099958"/>
      </p:ext>
    </p:extLst>
  </p:cSld>
  <p:clrMapOvr>
    <a:masterClrMapping/>
  </p:clrMapOvr>
  <p:transition spd="slow">
    <p:wipe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1_Closing Slide"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1"/>
            <a:ext cx="9143999" cy="5165874"/>
          </a:xfrm>
          <a:prstGeom prst="rect">
            <a:avLst/>
          </a:prstGeom>
        </p:spPr>
      </p:pic>
      <p:grpSp>
        <p:nvGrpSpPr>
          <p:cNvPr id="4" name="Group 4"/>
          <p:cNvGrpSpPr>
            <a:grpSpLocks noChangeAspect="1"/>
          </p:cNvGrpSpPr>
          <p:nvPr userDrawn="1"/>
        </p:nvGrpSpPr>
        <p:grpSpPr bwMode="auto">
          <a:xfrm>
            <a:off x="3746294" y="2129856"/>
            <a:ext cx="1617944" cy="860542"/>
            <a:chOff x="310" y="249"/>
            <a:chExt cx="502" cy="267"/>
          </a:xfrm>
          <a:solidFill>
            <a:schemeClr val="accent5"/>
          </a:solidFill>
        </p:grpSpPr>
        <p:sp>
          <p:nvSpPr>
            <p:cNvPr id="5" name="Rectangle 5"/>
            <p:cNvSpPr>
              <a:spLocks noChangeArrowheads="1"/>
            </p:cNvSpPr>
            <p:nvPr userDrawn="1"/>
          </p:nvSpPr>
          <p:spPr bwMode="auto">
            <a:xfrm>
              <a:off x="452" y="426"/>
              <a:ext cx="22" cy="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6" name="Freeform 6"/>
            <p:cNvSpPr>
              <a:spLocks/>
            </p:cNvSpPr>
            <p:nvPr userDrawn="1"/>
          </p:nvSpPr>
          <p:spPr bwMode="auto">
            <a:xfrm>
              <a:off x="585" y="425"/>
              <a:ext cx="66" cy="91"/>
            </a:xfrm>
            <a:custGeom>
              <a:avLst/>
              <a:gdLst>
                <a:gd name="T0" fmla="*/ 51 w 51"/>
                <a:gd name="T1" fmla="*/ 20 h 69"/>
                <a:gd name="T2" fmla="*/ 37 w 51"/>
                <a:gd name="T3" fmla="*/ 16 h 69"/>
                <a:gd name="T4" fmla="*/ 18 w 51"/>
                <a:gd name="T5" fmla="*/ 34 h 69"/>
                <a:gd name="T6" fmla="*/ 37 w 51"/>
                <a:gd name="T7" fmla="*/ 52 h 69"/>
                <a:gd name="T8" fmla="*/ 51 w 51"/>
                <a:gd name="T9" fmla="*/ 49 h 69"/>
                <a:gd name="T10" fmla="*/ 51 w 51"/>
                <a:gd name="T11" fmla="*/ 67 h 69"/>
                <a:gd name="T12" fmla="*/ 35 w 51"/>
                <a:gd name="T13" fmla="*/ 69 h 69"/>
                <a:gd name="T14" fmla="*/ 0 w 51"/>
                <a:gd name="T15" fmla="*/ 34 h 69"/>
                <a:gd name="T16" fmla="*/ 35 w 51"/>
                <a:gd name="T17" fmla="*/ 0 h 69"/>
                <a:gd name="T18" fmla="*/ 51 w 51"/>
                <a:gd name="T19" fmla="*/ 2 h 69"/>
                <a:gd name="T20" fmla="*/ 51 w 51"/>
                <a:gd name="T21" fmla="*/ 20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1" h="69">
                  <a:moveTo>
                    <a:pt x="51" y="20"/>
                  </a:moveTo>
                  <a:cubicBezTo>
                    <a:pt x="50" y="20"/>
                    <a:pt x="45" y="16"/>
                    <a:pt x="37" y="16"/>
                  </a:cubicBezTo>
                  <a:cubicBezTo>
                    <a:pt x="26" y="16"/>
                    <a:pt x="18" y="24"/>
                    <a:pt x="18" y="34"/>
                  </a:cubicBezTo>
                  <a:cubicBezTo>
                    <a:pt x="18" y="44"/>
                    <a:pt x="25" y="52"/>
                    <a:pt x="37" y="52"/>
                  </a:cubicBezTo>
                  <a:cubicBezTo>
                    <a:pt x="45" y="52"/>
                    <a:pt x="50" y="49"/>
                    <a:pt x="51" y="49"/>
                  </a:cubicBezTo>
                  <a:cubicBezTo>
                    <a:pt x="51" y="67"/>
                    <a:pt x="51" y="67"/>
                    <a:pt x="51" y="67"/>
                  </a:cubicBezTo>
                  <a:cubicBezTo>
                    <a:pt x="49" y="67"/>
                    <a:pt x="43" y="69"/>
                    <a:pt x="35" y="69"/>
                  </a:cubicBezTo>
                  <a:cubicBezTo>
                    <a:pt x="16" y="69"/>
                    <a:pt x="0" y="56"/>
                    <a:pt x="0" y="34"/>
                  </a:cubicBezTo>
                  <a:cubicBezTo>
                    <a:pt x="0" y="14"/>
                    <a:pt x="15" y="0"/>
                    <a:pt x="35" y="0"/>
                  </a:cubicBezTo>
                  <a:cubicBezTo>
                    <a:pt x="43" y="0"/>
                    <a:pt x="49" y="2"/>
                    <a:pt x="51" y="2"/>
                  </a:cubicBezTo>
                  <a:lnTo>
                    <a:pt x="51" y="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7" name="Freeform 7"/>
            <p:cNvSpPr>
              <a:spLocks/>
            </p:cNvSpPr>
            <p:nvPr userDrawn="1"/>
          </p:nvSpPr>
          <p:spPr bwMode="auto">
            <a:xfrm>
              <a:off x="355" y="425"/>
              <a:ext cx="67" cy="91"/>
            </a:xfrm>
            <a:custGeom>
              <a:avLst/>
              <a:gdLst>
                <a:gd name="T0" fmla="*/ 51 w 51"/>
                <a:gd name="T1" fmla="*/ 20 h 69"/>
                <a:gd name="T2" fmla="*/ 36 w 51"/>
                <a:gd name="T3" fmla="*/ 16 h 69"/>
                <a:gd name="T4" fmla="*/ 18 w 51"/>
                <a:gd name="T5" fmla="*/ 34 h 69"/>
                <a:gd name="T6" fmla="*/ 36 w 51"/>
                <a:gd name="T7" fmla="*/ 52 h 69"/>
                <a:gd name="T8" fmla="*/ 51 w 51"/>
                <a:gd name="T9" fmla="*/ 49 h 69"/>
                <a:gd name="T10" fmla="*/ 51 w 51"/>
                <a:gd name="T11" fmla="*/ 67 h 69"/>
                <a:gd name="T12" fmla="*/ 35 w 51"/>
                <a:gd name="T13" fmla="*/ 69 h 69"/>
                <a:gd name="T14" fmla="*/ 0 w 51"/>
                <a:gd name="T15" fmla="*/ 34 h 69"/>
                <a:gd name="T16" fmla="*/ 35 w 51"/>
                <a:gd name="T17" fmla="*/ 0 h 69"/>
                <a:gd name="T18" fmla="*/ 51 w 51"/>
                <a:gd name="T19" fmla="*/ 2 h 69"/>
                <a:gd name="T20" fmla="*/ 51 w 51"/>
                <a:gd name="T21" fmla="*/ 20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1" h="69">
                  <a:moveTo>
                    <a:pt x="51" y="20"/>
                  </a:moveTo>
                  <a:cubicBezTo>
                    <a:pt x="50" y="20"/>
                    <a:pt x="45" y="16"/>
                    <a:pt x="36" y="16"/>
                  </a:cubicBezTo>
                  <a:cubicBezTo>
                    <a:pt x="25" y="16"/>
                    <a:pt x="18" y="24"/>
                    <a:pt x="18" y="34"/>
                  </a:cubicBezTo>
                  <a:cubicBezTo>
                    <a:pt x="18" y="44"/>
                    <a:pt x="25" y="52"/>
                    <a:pt x="36" y="52"/>
                  </a:cubicBezTo>
                  <a:cubicBezTo>
                    <a:pt x="44" y="52"/>
                    <a:pt x="50" y="49"/>
                    <a:pt x="51" y="49"/>
                  </a:cubicBezTo>
                  <a:cubicBezTo>
                    <a:pt x="51" y="67"/>
                    <a:pt x="51" y="67"/>
                    <a:pt x="51" y="67"/>
                  </a:cubicBezTo>
                  <a:cubicBezTo>
                    <a:pt x="49" y="67"/>
                    <a:pt x="43" y="69"/>
                    <a:pt x="35" y="69"/>
                  </a:cubicBezTo>
                  <a:cubicBezTo>
                    <a:pt x="16" y="69"/>
                    <a:pt x="0" y="56"/>
                    <a:pt x="0" y="34"/>
                  </a:cubicBezTo>
                  <a:cubicBezTo>
                    <a:pt x="0" y="14"/>
                    <a:pt x="15" y="0"/>
                    <a:pt x="35" y="0"/>
                  </a:cubicBezTo>
                  <a:cubicBezTo>
                    <a:pt x="43" y="0"/>
                    <a:pt x="49" y="2"/>
                    <a:pt x="51" y="2"/>
                  </a:cubicBezTo>
                  <a:lnTo>
                    <a:pt x="51" y="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8" name="Freeform 8"/>
            <p:cNvSpPr>
              <a:spLocks noEditPoints="1"/>
            </p:cNvSpPr>
            <p:nvPr userDrawn="1"/>
          </p:nvSpPr>
          <p:spPr bwMode="auto">
            <a:xfrm>
              <a:off x="675" y="425"/>
              <a:ext cx="91" cy="91"/>
            </a:xfrm>
            <a:custGeom>
              <a:avLst/>
              <a:gdLst>
                <a:gd name="T0" fmla="*/ 70 w 70"/>
                <a:gd name="T1" fmla="*/ 34 h 69"/>
                <a:gd name="T2" fmla="*/ 35 w 70"/>
                <a:gd name="T3" fmla="*/ 69 h 69"/>
                <a:gd name="T4" fmla="*/ 0 w 70"/>
                <a:gd name="T5" fmla="*/ 34 h 69"/>
                <a:gd name="T6" fmla="*/ 35 w 70"/>
                <a:gd name="T7" fmla="*/ 0 h 69"/>
                <a:gd name="T8" fmla="*/ 70 w 70"/>
                <a:gd name="T9" fmla="*/ 34 h 69"/>
                <a:gd name="T10" fmla="*/ 35 w 70"/>
                <a:gd name="T11" fmla="*/ 17 h 69"/>
                <a:gd name="T12" fmla="*/ 18 w 70"/>
                <a:gd name="T13" fmla="*/ 34 h 69"/>
                <a:gd name="T14" fmla="*/ 35 w 70"/>
                <a:gd name="T15" fmla="*/ 52 h 69"/>
                <a:gd name="T16" fmla="*/ 52 w 70"/>
                <a:gd name="T17" fmla="*/ 34 h 69"/>
                <a:gd name="T18" fmla="*/ 35 w 70"/>
                <a:gd name="T19" fmla="*/ 17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70" h="69">
                  <a:moveTo>
                    <a:pt x="70" y="34"/>
                  </a:moveTo>
                  <a:cubicBezTo>
                    <a:pt x="70" y="53"/>
                    <a:pt x="56" y="69"/>
                    <a:pt x="35" y="69"/>
                  </a:cubicBezTo>
                  <a:cubicBezTo>
                    <a:pt x="14" y="69"/>
                    <a:pt x="0" y="53"/>
                    <a:pt x="0" y="34"/>
                  </a:cubicBezTo>
                  <a:cubicBezTo>
                    <a:pt x="0" y="15"/>
                    <a:pt x="14" y="0"/>
                    <a:pt x="35" y="0"/>
                  </a:cubicBezTo>
                  <a:cubicBezTo>
                    <a:pt x="56" y="0"/>
                    <a:pt x="70" y="15"/>
                    <a:pt x="70" y="34"/>
                  </a:cubicBezTo>
                  <a:close/>
                  <a:moveTo>
                    <a:pt x="35" y="17"/>
                  </a:moveTo>
                  <a:cubicBezTo>
                    <a:pt x="25" y="17"/>
                    <a:pt x="18" y="25"/>
                    <a:pt x="18" y="34"/>
                  </a:cubicBezTo>
                  <a:cubicBezTo>
                    <a:pt x="18" y="44"/>
                    <a:pt x="25" y="52"/>
                    <a:pt x="35" y="52"/>
                  </a:cubicBezTo>
                  <a:cubicBezTo>
                    <a:pt x="45" y="52"/>
                    <a:pt x="52" y="44"/>
                    <a:pt x="52" y="34"/>
                  </a:cubicBezTo>
                  <a:cubicBezTo>
                    <a:pt x="52" y="25"/>
                    <a:pt x="45" y="17"/>
                    <a:pt x="35" y="17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9" name="Freeform 9"/>
            <p:cNvSpPr>
              <a:spLocks/>
            </p:cNvSpPr>
            <p:nvPr userDrawn="1"/>
          </p:nvSpPr>
          <p:spPr bwMode="auto">
            <a:xfrm>
              <a:off x="503" y="425"/>
              <a:ext cx="60" cy="91"/>
            </a:xfrm>
            <a:custGeom>
              <a:avLst/>
              <a:gdLst>
                <a:gd name="T0" fmla="*/ 42 w 46"/>
                <a:gd name="T1" fmla="*/ 16 h 69"/>
                <a:gd name="T2" fmla="*/ 29 w 46"/>
                <a:gd name="T3" fmla="*/ 14 h 69"/>
                <a:gd name="T4" fmla="*/ 18 w 46"/>
                <a:gd name="T5" fmla="*/ 20 h 69"/>
                <a:gd name="T6" fmla="*/ 26 w 46"/>
                <a:gd name="T7" fmla="*/ 26 h 69"/>
                <a:gd name="T8" fmla="*/ 30 w 46"/>
                <a:gd name="T9" fmla="*/ 27 h 69"/>
                <a:gd name="T10" fmla="*/ 46 w 46"/>
                <a:gd name="T11" fmla="*/ 47 h 69"/>
                <a:gd name="T12" fmla="*/ 19 w 46"/>
                <a:gd name="T13" fmla="*/ 69 h 69"/>
                <a:gd name="T14" fmla="*/ 1 w 46"/>
                <a:gd name="T15" fmla="*/ 67 h 69"/>
                <a:gd name="T16" fmla="*/ 1 w 46"/>
                <a:gd name="T17" fmla="*/ 52 h 69"/>
                <a:gd name="T18" fmla="*/ 16 w 46"/>
                <a:gd name="T19" fmla="*/ 54 h 69"/>
                <a:gd name="T20" fmla="*/ 29 w 46"/>
                <a:gd name="T21" fmla="*/ 48 h 69"/>
                <a:gd name="T22" fmla="*/ 21 w 46"/>
                <a:gd name="T23" fmla="*/ 41 h 69"/>
                <a:gd name="T24" fmla="*/ 18 w 46"/>
                <a:gd name="T25" fmla="*/ 40 h 69"/>
                <a:gd name="T26" fmla="*/ 0 w 46"/>
                <a:gd name="T27" fmla="*/ 21 h 69"/>
                <a:gd name="T28" fmla="*/ 25 w 46"/>
                <a:gd name="T29" fmla="*/ 0 h 69"/>
                <a:gd name="T30" fmla="*/ 42 w 46"/>
                <a:gd name="T31" fmla="*/ 2 h 69"/>
                <a:gd name="T32" fmla="*/ 42 w 46"/>
                <a:gd name="T33" fmla="*/ 16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46" h="69">
                  <a:moveTo>
                    <a:pt x="42" y="16"/>
                  </a:moveTo>
                  <a:cubicBezTo>
                    <a:pt x="41" y="16"/>
                    <a:pt x="34" y="14"/>
                    <a:pt x="29" y="14"/>
                  </a:cubicBezTo>
                  <a:cubicBezTo>
                    <a:pt x="22" y="14"/>
                    <a:pt x="18" y="16"/>
                    <a:pt x="18" y="20"/>
                  </a:cubicBezTo>
                  <a:cubicBezTo>
                    <a:pt x="18" y="24"/>
                    <a:pt x="23" y="25"/>
                    <a:pt x="26" y="26"/>
                  </a:cubicBezTo>
                  <a:cubicBezTo>
                    <a:pt x="30" y="27"/>
                    <a:pt x="30" y="27"/>
                    <a:pt x="30" y="27"/>
                  </a:cubicBezTo>
                  <a:cubicBezTo>
                    <a:pt x="41" y="31"/>
                    <a:pt x="46" y="38"/>
                    <a:pt x="46" y="47"/>
                  </a:cubicBezTo>
                  <a:cubicBezTo>
                    <a:pt x="46" y="63"/>
                    <a:pt x="32" y="69"/>
                    <a:pt x="19" y="69"/>
                  </a:cubicBezTo>
                  <a:cubicBezTo>
                    <a:pt x="10" y="69"/>
                    <a:pt x="1" y="67"/>
                    <a:pt x="1" y="67"/>
                  </a:cubicBezTo>
                  <a:cubicBezTo>
                    <a:pt x="1" y="52"/>
                    <a:pt x="1" y="52"/>
                    <a:pt x="1" y="52"/>
                  </a:cubicBezTo>
                  <a:cubicBezTo>
                    <a:pt x="2" y="52"/>
                    <a:pt x="9" y="54"/>
                    <a:pt x="16" y="54"/>
                  </a:cubicBezTo>
                  <a:cubicBezTo>
                    <a:pt x="25" y="54"/>
                    <a:pt x="29" y="52"/>
                    <a:pt x="29" y="48"/>
                  </a:cubicBezTo>
                  <a:cubicBezTo>
                    <a:pt x="29" y="45"/>
                    <a:pt x="25" y="43"/>
                    <a:pt x="21" y="41"/>
                  </a:cubicBezTo>
                  <a:cubicBezTo>
                    <a:pt x="20" y="41"/>
                    <a:pt x="19" y="41"/>
                    <a:pt x="18" y="40"/>
                  </a:cubicBezTo>
                  <a:cubicBezTo>
                    <a:pt x="8" y="37"/>
                    <a:pt x="0" y="32"/>
                    <a:pt x="0" y="21"/>
                  </a:cubicBezTo>
                  <a:cubicBezTo>
                    <a:pt x="0" y="8"/>
                    <a:pt x="10" y="0"/>
                    <a:pt x="25" y="0"/>
                  </a:cubicBezTo>
                  <a:cubicBezTo>
                    <a:pt x="34" y="0"/>
                    <a:pt x="41" y="2"/>
                    <a:pt x="42" y="2"/>
                  </a:cubicBezTo>
                  <a:lnTo>
                    <a:pt x="42" y="1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0" name="Freeform 10"/>
            <p:cNvSpPr>
              <a:spLocks/>
            </p:cNvSpPr>
            <p:nvPr userDrawn="1"/>
          </p:nvSpPr>
          <p:spPr bwMode="auto">
            <a:xfrm>
              <a:off x="31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8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8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8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1" name="Freeform 11"/>
            <p:cNvSpPr>
              <a:spLocks/>
            </p:cNvSpPr>
            <p:nvPr userDrawn="1"/>
          </p:nvSpPr>
          <p:spPr bwMode="auto">
            <a:xfrm>
              <a:off x="37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8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8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8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2" name="Freeform 12"/>
            <p:cNvSpPr>
              <a:spLocks/>
            </p:cNvSpPr>
            <p:nvPr userDrawn="1"/>
          </p:nvSpPr>
          <p:spPr bwMode="auto">
            <a:xfrm>
              <a:off x="430" y="249"/>
              <a:ext cx="22" cy="139"/>
            </a:xfrm>
            <a:custGeom>
              <a:avLst/>
              <a:gdLst>
                <a:gd name="T0" fmla="*/ 17 w 17"/>
                <a:gd name="T1" fmla="*/ 8 h 106"/>
                <a:gd name="T2" fmla="*/ 8 w 17"/>
                <a:gd name="T3" fmla="*/ 0 h 106"/>
                <a:gd name="T4" fmla="*/ 0 w 17"/>
                <a:gd name="T5" fmla="*/ 8 h 106"/>
                <a:gd name="T6" fmla="*/ 0 w 17"/>
                <a:gd name="T7" fmla="*/ 97 h 106"/>
                <a:gd name="T8" fmla="*/ 8 w 17"/>
                <a:gd name="T9" fmla="*/ 106 h 106"/>
                <a:gd name="T10" fmla="*/ 17 w 17"/>
                <a:gd name="T11" fmla="*/ 97 h 106"/>
                <a:gd name="T12" fmla="*/ 17 w 17"/>
                <a:gd name="T13" fmla="*/ 8 h 1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106">
                  <a:moveTo>
                    <a:pt x="17" y="8"/>
                  </a:moveTo>
                  <a:cubicBezTo>
                    <a:pt x="17" y="4"/>
                    <a:pt x="13" y="0"/>
                    <a:pt x="8" y="0"/>
                  </a:cubicBezTo>
                  <a:cubicBezTo>
                    <a:pt x="4" y="0"/>
                    <a:pt x="0" y="4"/>
                    <a:pt x="0" y="8"/>
                  </a:cubicBezTo>
                  <a:cubicBezTo>
                    <a:pt x="0" y="97"/>
                    <a:pt x="0" y="97"/>
                    <a:pt x="0" y="97"/>
                  </a:cubicBezTo>
                  <a:cubicBezTo>
                    <a:pt x="0" y="102"/>
                    <a:pt x="4" y="106"/>
                    <a:pt x="8" y="106"/>
                  </a:cubicBezTo>
                  <a:cubicBezTo>
                    <a:pt x="13" y="106"/>
                    <a:pt x="17" y="102"/>
                    <a:pt x="17" y="97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3" name="Freeform 13"/>
            <p:cNvSpPr>
              <a:spLocks/>
            </p:cNvSpPr>
            <p:nvPr userDrawn="1"/>
          </p:nvSpPr>
          <p:spPr bwMode="auto">
            <a:xfrm>
              <a:off x="49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8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8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8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4" name="Freeform 14"/>
            <p:cNvSpPr>
              <a:spLocks/>
            </p:cNvSpPr>
            <p:nvPr userDrawn="1"/>
          </p:nvSpPr>
          <p:spPr bwMode="auto">
            <a:xfrm>
              <a:off x="55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8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8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8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5" name="Freeform 15"/>
            <p:cNvSpPr>
              <a:spLocks/>
            </p:cNvSpPr>
            <p:nvPr userDrawn="1"/>
          </p:nvSpPr>
          <p:spPr bwMode="auto">
            <a:xfrm>
              <a:off x="61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9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9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9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6" name="Freeform 16"/>
            <p:cNvSpPr>
              <a:spLocks/>
            </p:cNvSpPr>
            <p:nvPr userDrawn="1"/>
          </p:nvSpPr>
          <p:spPr bwMode="auto">
            <a:xfrm>
              <a:off x="670" y="249"/>
              <a:ext cx="22" cy="139"/>
            </a:xfrm>
            <a:custGeom>
              <a:avLst/>
              <a:gdLst>
                <a:gd name="T0" fmla="*/ 17 w 17"/>
                <a:gd name="T1" fmla="*/ 8 h 106"/>
                <a:gd name="T2" fmla="*/ 9 w 17"/>
                <a:gd name="T3" fmla="*/ 0 h 106"/>
                <a:gd name="T4" fmla="*/ 0 w 17"/>
                <a:gd name="T5" fmla="*/ 8 h 106"/>
                <a:gd name="T6" fmla="*/ 0 w 17"/>
                <a:gd name="T7" fmla="*/ 97 h 106"/>
                <a:gd name="T8" fmla="*/ 9 w 17"/>
                <a:gd name="T9" fmla="*/ 106 h 106"/>
                <a:gd name="T10" fmla="*/ 17 w 17"/>
                <a:gd name="T11" fmla="*/ 97 h 106"/>
                <a:gd name="T12" fmla="*/ 17 w 17"/>
                <a:gd name="T13" fmla="*/ 8 h 1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106">
                  <a:moveTo>
                    <a:pt x="17" y="8"/>
                  </a:moveTo>
                  <a:cubicBezTo>
                    <a:pt x="17" y="4"/>
                    <a:pt x="13" y="0"/>
                    <a:pt x="9" y="0"/>
                  </a:cubicBezTo>
                  <a:cubicBezTo>
                    <a:pt x="4" y="0"/>
                    <a:pt x="0" y="4"/>
                    <a:pt x="0" y="8"/>
                  </a:cubicBezTo>
                  <a:cubicBezTo>
                    <a:pt x="0" y="97"/>
                    <a:pt x="0" y="97"/>
                    <a:pt x="0" y="97"/>
                  </a:cubicBezTo>
                  <a:cubicBezTo>
                    <a:pt x="0" y="102"/>
                    <a:pt x="4" y="106"/>
                    <a:pt x="9" y="106"/>
                  </a:cubicBezTo>
                  <a:cubicBezTo>
                    <a:pt x="13" y="106"/>
                    <a:pt x="17" y="102"/>
                    <a:pt x="17" y="97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7" name="Freeform 17"/>
            <p:cNvSpPr>
              <a:spLocks/>
            </p:cNvSpPr>
            <p:nvPr userDrawn="1"/>
          </p:nvSpPr>
          <p:spPr bwMode="auto">
            <a:xfrm>
              <a:off x="73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9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9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9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8" name="Freeform 18"/>
            <p:cNvSpPr>
              <a:spLocks/>
            </p:cNvSpPr>
            <p:nvPr userDrawn="1"/>
          </p:nvSpPr>
          <p:spPr bwMode="auto">
            <a:xfrm>
              <a:off x="79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9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9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9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1198843304"/>
      </p:ext>
    </p:extLst>
  </p:cSld>
  <p:clrMapOvr>
    <a:masterClrMapping/>
  </p:clrMapOvr>
  <p:transition spd="slow">
    <p:wipe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losing Slide"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 userDrawn="1"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394F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4" name="Group 4"/>
          <p:cNvGrpSpPr>
            <a:grpSpLocks noChangeAspect="1"/>
          </p:cNvGrpSpPr>
          <p:nvPr userDrawn="1"/>
        </p:nvGrpSpPr>
        <p:grpSpPr bwMode="auto">
          <a:xfrm>
            <a:off x="3746294" y="2129856"/>
            <a:ext cx="1617944" cy="860542"/>
            <a:chOff x="310" y="249"/>
            <a:chExt cx="502" cy="267"/>
          </a:xfrm>
          <a:solidFill>
            <a:schemeClr val="accent5"/>
          </a:solidFill>
        </p:grpSpPr>
        <p:sp>
          <p:nvSpPr>
            <p:cNvPr id="5" name="Rectangle 5"/>
            <p:cNvSpPr>
              <a:spLocks noChangeArrowheads="1"/>
            </p:cNvSpPr>
            <p:nvPr userDrawn="1"/>
          </p:nvSpPr>
          <p:spPr bwMode="auto">
            <a:xfrm>
              <a:off x="452" y="426"/>
              <a:ext cx="22" cy="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6" name="Freeform 6"/>
            <p:cNvSpPr>
              <a:spLocks/>
            </p:cNvSpPr>
            <p:nvPr userDrawn="1"/>
          </p:nvSpPr>
          <p:spPr bwMode="auto">
            <a:xfrm>
              <a:off x="585" y="425"/>
              <a:ext cx="66" cy="91"/>
            </a:xfrm>
            <a:custGeom>
              <a:avLst/>
              <a:gdLst>
                <a:gd name="T0" fmla="*/ 51 w 51"/>
                <a:gd name="T1" fmla="*/ 20 h 69"/>
                <a:gd name="T2" fmla="*/ 37 w 51"/>
                <a:gd name="T3" fmla="*/ 16 h 69"/>
                <a:gd name="T4" fmla="*/ 18 w 51"/>
                <a:gd name="T5" fmla="*/ 34 h 69"/>
                <a:gd name="T6" fmla="*/ 37 w 51"/>
                <a:gd name="T7" fmla="*/ 52 h 69"/>
                <a:gd name="T8" fmla="*/ 51 w 51"/>
                <a:gd name="T9" fmla="*/ 49 h 69"/>
                <a:gd name="T10" fmla="*/ 51 w 51"/>
                <a:gd name="T11" fmla="*/ 67 h 69"/>
                <a:gd name="T12" fmla="*/ 35 w 51"/>
                <a:gd name="T13" fmla="*/ 69 h 69"/>
                <a:gd name="T14" fmla="*/ 0 w 51"/>
                <a:gd name="T15" fmla="*/ 34 h 69"/>
                <a:gd name="T16" fmla="*/ 35 w 51"/>
                <a:gd name="T17" fmla="*/ 0 h 69"/>
                <a:gd name="T18" fmla="*/ 51 w 51"/>
                <a:gd name="T19" fmla="*/ 2 h 69"/>
                <a:gd name="T20" fmla="*/ 51 w 51"/>
                <a:gd name="T21" fmla="*/ 20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1" h="69">
                  <a:moveTo>
                    <a:pt x="51" y="20"/>
                  </a:moveTo>
                  <a:cubicBezTo>
                    <a:pt x="50" y="20"/>
                    <a:pt x="45" y="16"/>
                    <a:pt x="37" y="16"/>
                  </a:cubicBezTo>
                  <a:cubicBezTo>
                    <a:pt x="26" y="16"/>
                    <a:pt x="18" y="24"/>
                    <a:pt x="18" y="34"/>
                  </a:cubicBezTo>
                  <a:cubicBezTo>
                    <a:pt x="18" y="44"/>
                    <a:pt x="25" y="52"/>
                    <a:pt x="37" y="52"/>
                  </a:cubicBezTo>
                  <a:cubicBezTo>
                    <a:pt x="45" y="52"/>
                    <a:pt x="50" y="49"/>
                    <a:pt x="51" y="49"/>
                  </a:cubicBezTo>
                  <a:cubicBezTo>
                    <a:pt x="51" y="67"/>
                    <a:pt x="51" y="67"/>
                    <a:pt x="51" y="67"/>
                  </a:cubicBezTo>
                  <a:cubicBezTo>
                    <a:pt x="49" y="67"/>
                    <a:pt x="43" y="69"/>
                    <a:pt x="35" y="69"/>
                  </a:cubicBezTo>
                  <a:cubicBezTo>
                    <a:pt x="16" y="69"/>
                    <a:pt x="0" y="56"/>
                    <a:pt x="0" y="34"/>
                  </a:cubicBezTo>
                  <a:cubicBezTo>
                    <a:pt x="0" y="14"/>
                    <a:pt x="15" y="0"/>
                    <a:pt x="35" y="0"/>
                  </a:cubicBezTo>
                  <a:cubicBezTo>
                    <a:pt x="43" y="0"/>
                    <a:pt x="49" y="2"/>
                    <a:pt x="51" y="2"/>
                  </a:cubicBezTo>
                  <a:lnTo>
                    <a:pt x="51" y="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7" name="Freeform 7"/>
            <p:cNvSpPr>
              <a:spLocks/>
            </p:cNvSpPr>
            <p:nvPr userDrawn="1"/>
          </p:nvSpPr>
          <p:spPr bwMode="auto">
            <a:xfrm>
              <a:off x="355" y="425"/>
              <a:ext cx="67" cy="91"/>
            </a:xfrm>
            <a:custGeom>
              <a:avLst/>
              <a:gdLst>
                <a:gd name="T0" fmla="*/ 51 w 51"/>
                <a:gd name="T1" fmla="*/ 20 h 69"/>
                <a:gd name="T2" fmla="*/ 36 w 51"/>
                <a:gd name="T3" fmla="*/ 16 h 69"/>
                <a:gd name="T4" fmla="*/ 18 w 51"/>
                <a:gd name="T5" fmla="*/ 34 h 69"/>
                <a:gd name="T6" fmla="*/ 36 w 51"/>
                <a:gd name="T7" fmla="*/ 52 h 69"/>
                <a:gd name="T8" fmla="*/ 51 w 51"/>
                <a:gd name="T9" fmla="*/ 49 h 69"/>
                <a:gd name="T10" fmla="*/ 51 w 51"/>
                <a:gd name="T11" fmla="*/ 67 h 69"/>
                <a:gd name="T12" fmla="*/ 35 w 51"/>
                <a:gd name="T13" fmla="*/ 69 h 69"/>
                <a:gd name="T14" fmla="*/ 0 w 51"/>
                <a:gd name="T15" fmla="*/ 34 h 69"/>
                <a:gd name="T16" fmla="*/ 35 w 51"/>
                <a:gd name="T17" fmla="*/ 0 h 69"/>
                <a:gd name="T18" fmla="*/ 51 w 51"/>
                <a:gd name="T19" fmla="*/ 2 h 69"/>
                <a:gd name="T20" fmla="*/ 51 w 51"/>
                <a:gd name="T21" fmla="*/ 20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1" h="69">
                  <a:moveTo>
                    <a:pt x="51" y="20"/>
                  </a:moveTo>
                  <a:cubicBezTo>
                    <a:pt x="50" y="20"/>
                    <a:pt x="45" y="16"/>
                    <a:pt x="36" y="16"/>
                  </a:cubicBezTo>
                  <a:cubicBezTo>
                    <a:pt x="25" y="16"/>
                    <a:pt x="18" y="24"/>
                    <a:pt x="18" y="34"/>
                  </a:cubicBezTo>
                  <a:cubicBezTo>
                    <a:pt x="18" y="44"/>
                    <a:pt x="25" y="52"/>
                    <a:pt x="36" y="52"/>
                  </a:cubicBezTo>
                  <a:cubicBezTo>
                    <a:pt x="44" y="52"/>
                    <a:pt x="50" y="49"/>
                    <a:pt x="51" y="49"/>
                  </a:cubicBezTo>
                  <a:cubicBezTo>
                    <a:pt x="51" y="67"/>
                    <a:pt x="51" y="67"/>
                    <a:pt x="51" y="67"/>
                  </a:cubicBezTo>
                  <a:cubicBezTo>
                    <a:pt x="49" y="67"/>
                    <a:pt x="43" y="69"/>
                    <a:pt x="35" y="69"/>
                  </a:cubicBezTo>
                  <a:cubicBezTo>
                    <a:pt x="16" y="69"/>
                    <a:pt x="0" y="56"/>
                    <a:pt x="0" y="34"/>
                  </a:cubicBezTo>
                  <a:cubicBezTo>
                    <a:pt x="0" y="14"/>
                    <a:pt x="15" y="0"/>
                    <a:pt x="35" y="0"/>
                  </a:cubicBezTo>
                  <a:cubicBezTo>
                    <a:pt x="43" y="0"/>
                    <a:pt x="49" y="2"/>
                    <a:pt x="51" y="2"/>
                  </a:cubicBezTo>
                  <a:lnTo>
                    <a:pt x="51" y="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8" name="Freeform 8"/>
            <p:cNvSpPr>
              <a:spLocks noEditPoints="1"/>
            </p:cNvSpPr>
            <p:nvPr userDrawn="1"/>
          </p:nvSpPr>
          <p:spPr bwMode="auto">
            <a:xfrm>
              <a:off x="675" y="425"/>
              <a:ext cx="91" cy="91"/>
            </a:xfrm>
            <a:custGeom>
              <a:avLst/>
              <a:gdLst>
                <a:gd name="T0" fmla="*/ 70 w 70"/>
                <a:gd name="T1" fmla="*/ 34 h 69"/>
                <a:gd name="T2" fmla="*/ 35 w 70"/>
                <a:gd name="T3" fmla="*/ 69 h 69"/>
                <a:gd name="T4" fmla="*/ 0 w 70"/>
                <a:gd name="T5" fmla="*/ 34 h 69"/>
                <a:gd name="T6" fmla="*/ 35 w 70"/>
                <a:gd name="T7" fmla="*/ 0 h 69"/>
                <a:gd name="T8" fmla="*/ 70 w 70"/>
                <a:gd name="T9" fmla="*/ 34 h 69"/>
                <a:gd name="T10" fmla="*/ 35 w 70"/>
                <a:gd name="T11" fmla="*/ 17 h 69"/>
                <a:gd name="T12" fmla="*/ 18 w 70"/>
                <a:gd name="T13" fmla="*/ 34 h 69"/>
                <a:gd name="T14" fmla="*/ 35 w 70"/>
                <a:gd name="T15" fmla="*/ 52 h 69"/>
                <a:gd name="T16" fmla="*/ 52 w 70"/>
                <a:gd name="T17" fmla="*/ 34 h 69"/>
                <a:gd name="T18" fmla="*/ 35 w 70"/>
                <a:gd name="T19" fmla="*/ 17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70" h="69">
                  <a:moveTo>
                    <a:pt x="70" y="34"/>
                  </a:moveTo>
                  <a:cubicBezTo>
                    <a:pt x="70" y="53"/>
                    <a:pt x="56" y="69"/>
                    <a:pt x="35" y="69"/>
                  </a:cubicBezTo>
                  <a:cubicBezTo>
                    <a:pt x="14" y="69"/>
                    <a:pt x="0" y="53"/>
                    <a:pt x="0" y="34"/>
                  </a:cubicBezTo>
                  <a:cubicBezTo>
                    <a:pt x="0" y="15"/>
                    <a:pt x="14" y="0"/>
                    <a:pt x="35" y="0"/>
                  </a:cubicBezTo>
                  <a:cubicBezTo>
                    <a:pt x="56" y="0"/>
                    <a:pt x="70" y="15"/>
                    <a:pt x="70" y="34"/>
                  </a:cubicBezTo>
                  <a:close/>
                  <a:moveTo>
                    <a:pt x="35" y="17"/>
                  </a:moveTo>
                  <a:cubicBezTo>
                    <a:pt x="25" y="17"/>
                    <a:pt x="18" y="25"/>
                    <a:pt x="18" y="34"/>
                  </a:cubicBezTo>
                  <a:cubicBezTo>
                    <a:pt x="18" y="44"/>
                    <a:pt x="25" y="52"/>
                    <a:pt x="35" y="52"/>
                  </a:cubicBezTo>
                  <a:cubicBezTo>
                    <a:pt x="45" y="52"/>
                    <a:pt x="52" y="44"/>
                    <a:pt x="52" y="34"/>
                  </a:cubicBezTo>
                  <a:cubicBezTo>
                    <a:pt x="52" y="25"/>
                    <a:pt x="45" y="17"/>
                    <a:pt x="35" y="17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9" name="Freeform 9"/>
            <p:cNvSpPr>
              <a:spLocks/>
            </p:cNvSpPr>
            <p:nvPr userDrawn="1"/>
          </p:nvSpPr>
          <p:spPr bwMode="auto">
            <a:xfrm>
              <a:off x="503" y="425"/>
              <a:ext cx="60" cy="91"/>
            </a:xfrm>
            <a:custGeom>
              <a:avLst/>
              <a:gdLst>
                <a:gd name="T0" fmla="*/ 42 w 46"/>
                <a:gd name="T1" fmla="*/ 16 h 69"/>
                <a:gd name="T2" fmla="*/ 29 w 46"/>
                <a:gd name="T3" fmla="*/ 14 h 69"/>
                <a:gd name="T4" fmla="*/ 18 w 46"/>
                <a:gd name="T5" fmla="*/ 20 h 69"/>
                <a:gd name="T6" fmla="*/ 26 w 46"/>
                <a:gd name="T7" fmla="*/ 26 h 69"/>
                <a:gd name="T8" fmla="*/ 30 w 46"/>
                <a:gd name="T9" fmla="*/ 27 h 69"/>
                <a:gd name="T10" fmla="*/ 46 w 46"/>
                <a:gd name="T11" fmla="*/ 47 h 69"/>
                <a:gd name="T12" fmla="*/ 19 w 46"/>
                <a:gd name="T13" fmla="*/ 69 h 69"/>
                <a:gd name="T14" fmla="*/ 1 w 46"/>
                <a:gd name="T15" fmla="*/ 67 h 69"/>
                <a:gd name="T16" fmla="*/ 1 w 46"/>
                <a:gd name="T17" fmla="*/ 52 h 69"/>
                <a:gd name="T18" fmla="*/ 16 w 46"/>
                <a:gd name="T19" fmla="*/ 54 h 69"/>
                <a:gd name="T20" fmla="*/ 29 w 46"/>
                <a:gd name="T21" fmla="*/ 48 h 69"/>
                <a:gd name="T22" fmla="*/ 21 w 46"/>
                <a:gd name="T23" fmla="*/ 41 h 69"/>
                <a:gd name="T24" fmla="*/ 18 w 46"/>
                <a:gd name="T25" fmla="*/ 40 h 69"/>
                <a:gd name="T26" fmla="*/ 0 w 46"/>
                <a:gd name="T27" fmla="*/ 21 h 69"/>
                <a:gd name="T28" fmla="*/ 25 w 46"/>
                <a:gd name="T29" fmla="*/ 0 h 69"/>
                <a:gd name="T30" fmla="*/ 42 w 46"/>
                <a:gd name="T31" fmla="*/ 2 h 69"/>
                <a:gd name="T32" fmla="*/ 42 w 46"/>
                <a:gd name="T33" fmla="*/ 16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46" h="69">
                  <a:moveTo>
                    <a:pt x="42" y="16"/>
                  </a:moveTo>
                  <a:cubicBezTo>
                    <a:pt x="41" y="16"/>
                    <a:pt x="34" y="14"/>
                    <a:pt x="29" y="14"/>
                  </a:cubicBezTo>
                  <a:cubicBezTo>
                    <a:pt x="22" y="14"/>
                    <a:pt x="18" y="16"/>
                    <a:pt x="18" y="20"/>
                  </a:cubicBezTo>
                  <a:cubicBezTo>
                    <a:pt x="18" y="24"/>
                    <a:pt x="23" y="25"/>
                    <a:pt x="26" y="26"/>
                  </a:cubicBezTo>
                  <a:cubicBezTo>
                    <a:pt x="30" y="27"/>
                    <a:pt x="30" y="27"/>
                    <a:pt x="30" y="27"/>
                  </a:cubicBezTo>
                  <a:cubicBezTo>
                    <a:pt x="41" y="31"/>
                    <a:pt x="46" y="38"/>
                    <a:pt x="46" y="47"/>
                  </a:cubicBezTo>
                  <a:cubicBezTo>
                    <a:pt x="46" y="63"/>
                    <a:pt x="32" y="69"/>
                    <a:pt x="19" y="69"/>
                  </a:cubicBezTo>
                  <a:cubicBezTo>
                    <a:pt x="10" y="69"/>
                    <a:pt x="1" y="67"/>
                    <a:pt x="1" y="67"/>
                  </a:cubicBezTo>
                  <a:cubicBezTo>
                    <a:pt x="1" y="52"/>
                    <a:pt x="1" y="52"/>
                    <a:pt x="1" y="52"/>
                  </a:cubicBezTo>
                  <a:cubicBezTo>
                    <a:pt x="2" y="52"/>
                    <a:pt x="9" y="54"/>
                    <a:pt x="16" y="54"/>
                  </a:cubicBezTo>
                  <a:cubicBezTo>
                    <a:pt x="25" y="54"/>
                    <a:pt x="29" y="52"/>
                    <a:pt x="29" y="48"/>
                  </a:cubicBezTo>
                  <a:cubicBezTo>
                    <a:pt x="29" y="45"/>
                    <a:pt x="25" y="43"/>
                    <a:pt x="21" y="41"/>
                  </a:cubicBezTo>
                  <a:cubicBezTo>
                    <a:pt x="20" y="41"/>
                    <a:pt x="19" y="41"/>
                    <a:pt x="18" y="40"/>
                  </a:cubicBezTo>
                  <a:cubicBezTo>
                    <a:pt x="8" y="37"/>
                    <a:pt x="0" y="32"/>
                    <a:pt x="0" y="21"/>
                  </a:cubicBezTo>
                  <a:cubicBezTo>
                    <a:pt x="0" y="8"/>
                    <a:pt x="10" y="0"/>
                    <a:pt x="25" y="0"/>
                  </a:cubicBezTo>
                  <a:cubicBezTo>
                    <a:pt x="34" y="0"/>
                    <a:pt x="41" y="2"/>
                    <a:pt x="42" y="2"/>
                  </a:cubicBezTo>
                  <a:lnTo>
                    <a:pt x="42" y="1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0" name="Freeform 10"/>
            <p:cNvSpPr>
              <a:spLocks/>
            </p:cNvSpPr>
            <p:nvPr userDrawn="1"/>
          </p:nvSpPr>
          <p:spPr bwMode="auto">
            <a:xfrm>
              <a:off x="31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8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8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8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1" name="Freeform 11"/>
            <p:cNvSpPr>
              <a:spLocks/>
            </p:cNvSpPr>
            <p:nvPr userDrawn="1"/>
          </p:nvSpPr>
          <p:spPr bwMode="auto">
            <a:xfrm>
              <a:off x="37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8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8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8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2" name="Freeform 12"/>
            <p:cNvSpPr>
              <a:spLocks/>
            </p:cNvSpPr>
            <p:nvPr userDrawn="1"/>
          </p:nvSpPr>
          <p:spPr bwMode="auto">
            <a:xfrm>
              <a:off x="430" y="249"/>
              <a:ext cx="22" cy="139"/>
            </a:xfrm>
            <a:custGeom>
              <a:avLst/>
              <a:gdLst>
                <a:gd name="T0" fmla="*/ 17 w 17"/>
                <a:gd name="T1" fmla="*/ 8 h 106"/>
                <a:gd name="T2" fmla="*/ 8 w 17"/>
                <a:gd name="T3" fmla="*/ 0 h 106"/>
                <a:gd name="T4" fmla="*/ 0 w 17"/>
                <a:gd name="T5" fmla="*/ 8 h 106"/>
                <a:gd name="T6" fmla="*/ 0 w 17"/>
                <a:gd name="T7" fmla="*/ 97 h 106"/>
                <a:gd name="T8" fmla="*/ 8 w 17"/>
                <a:gd name="T9" fmla="*/ 106 h 106"/>
                <a:gd name="T10" fmla="*/ 17 w 17"/>
                <a:gd name="T11" fmla="*/ 97 h 106"/>
                <a:gd name="T12" fmla="*/ 17 w 17"/>
                <a:gd name="T13" fmla="*/ 8 h 1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106">
                  <a:moveTo>
                    <a:pt x="17" y="8"/>
                  </a:moveTo>
                  <a:cubicBezTo>
                    <a:pt x="17" y="4"/>
                    <a:pt x="13" y="0"/>
                    <a:pt x="8" y="0"/>
                  </a:cubicBezTo>
                  <a:cubicBezTo>
                    <a:pt x="4" y="0"/>
                    <a:pt x="0" y="4"/>
                    <a:pt x="0" y="8"/>
                  </a:cubicBezTo>
                  <a:cubicBezTo>
                    <a:pt x="0" y="97"/>
                    <a:pt x="0" y="97"/>
                    <a:pt x="0" y="97"/>
                  </a:cubicBezTo>
                  <a:cubicBezTo>
                    <a:pt x="0" y="102"/>
                    <a:pt x="4" y="106"/>
                    <a:pt x="8" y="106"/>
                  </a:cubicBezTo>
                  <a:cubicBezTo>
                    <a:pt x="13" y="106"/>
                    <a:pt x="17" y="102"/>
                    <a:pt x="17" y="97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3" name="Freeform 13"/>
            <p:cNvSpPr>
              <a:spLocks/>
            </p:cNvSpPr>
            <p:nvPr userDrawn="1"/>
          </p:nvSpPr>
          <p:spPr bwMode="auto">
            <a:xfrm>
              <a:off x="49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8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8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8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4" name="Freeform 14"/>
            <p:cNvSpPr>
              <a:spLocks/>
            </p:cNvSpPr>
            <p:nvPr userDrawn="1"/>
          </p:nvSpPr>
          <p:spPr bwMode="auto">
            <a:xfrm>
              <a:off x="55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8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8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8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5" name="Freeform 15"/>
            <p:cNvSpPr>
              <a:spLocks/>
            </p:cNvSpPr>
            <p:nvPr userDrawn="1"/>
          </p:nvSpPr>
          <p:spPr bwMode="auto">
            <a:xfrm>
              <a:off x="61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9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9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9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6" name="Freeform 16"/>
            <p:cNvSpPr>
              <a:spLocks/>
            </p:cNvSpPr>
            <p:nvPr userDrawn="1"/>
          </p:nvSpPr>
          <p:spPr bwMode="auto">
            <a:xfrm>
              <a:off x="670" y="249"/>
              <a:ext cx="22" cy="139"/>
            </a:xfrm>
            <a:custGeom>
              <a:avLst/>
              <a:gdLst>
                <a:gd name="T0" fmla="*/ 17 w 17"/>
                <a:gd name="T1" fmla="*/ 8 h 106"/>
                <a:gd name="T2" fmla="*/ 9 w 17"/>
                <a:gd name="T3" fmla="*/ 0 h 106"/>
                <a:gd name="T4" fmla="*/ 0 w 17"/>
                <a:gd name="T5" fmla="*/ 8 h 106"/>
                <a:gd name="T6" fmla="*/ 0 w 17"/>
                <a:gd name="T7" fmla="*/ 97 h 106"/>
                <a:gd name="T8" fmla="*/ 9 w 17"/>
                <a:gd name="T9" fmla="*/ 106 h 106"/>
                <a:gd name="T10" fmla="*/ 17 w 17"/>
                <a:gd name="T11" fmla="*/ 97 h 106"/>
                <a:gd name="T12" fmla="*/ 17 w 17"/>
                <a:gd name="T13" fmla="*/ 8 h 1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106">
                  <a:moveTo>
                    <a:pt x="17" y="8"/>
                  </a:moveTo>
                  <a:cubicBezTo>
                    <a:pt x="17" y="4"/>
                    <a:pt x="13" y="0"/>
                    <a:pt x="9" y="0"/>
                  </a:cubicBezTo>
                  <a:cubicBezTo>
                    <a:pt x="4" y="0"/>
                    <a:pt x="0" y="4"/>
                    <a:pt x="0" y="8"/>
                  </a:cubicBezTo>
                  <a:cubicBezTo>
                    <a:pt x="0" y="97"/>
                    <a:pt x="0" y="97"/>
                    <a:pt x="0" y="97"/>
                  </a:cubicBezTo>
                  <a:cubicBezTo>
                    <a:pt x="0" y="102"/>
                    <a:pt x="4" y="106"/>
                    <a:pt x="9" y="106"/>
                  </a:cubicBezTo>
                  <a:cubicBezTo>
                    <a:pt x="13" y="106"/>
                    <a:pt x="17" y="102"/>
                    <a:pt x="17" y="97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7" name="Freeform 17"/>
            <p:cNvSpPr>
              <a:spLocks/>
            </p:cNvSpPr>
            <p:nvPr userDrawn="1"/>
          </p:nvSpPr>
          <p:spPr bwMode="auto">
            <a:xfrm>
              <a:off x="73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9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9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9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8" name="Freeform 18"/>
            <p:cNvSpPr>
              <a:spLocks/>
            </p:cNvSpPr>
            <p:nvPr userDrawn="1"/>
          </p:nvSpPr>
          <p:spPr bwMode="auto">
            <a:xfrm>
              <a:off x="79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9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9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9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147974899"/>
      </p:ext>
    </p:extLst>
  </p:cSld>
  <p:clrMapOvr>
    <a:masterClrMapping/>
  </p:clrMapOvr>
  <p:transition spd="slow">
    <p:wipe/>
  </p:transition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3_Closing Slide"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>
            <a:grpSpLocks noChangeAspect="1"/>
          </p:cNvGrpSpPr>
          <p:nvPr userDrawn="1"/>
        </p:nvGrpSpPr>
        <p:grpSpPr bwMode="auto">
          <a:xfrm>
            <a:off x="3746294" y="2129856"/>
            <a:ext cx="1617944" cy="860542"/>
            <a:chOff x="310" y="249"/>
            <a:chExt cx="502" cy="267"/>
          </a:xfrm>
          <a:solidFill>
            <a:schemeClr val="accent1">
              <a:lumMod val="75000"/>
            </a:schemeClr>
          </a:solidFill>
        </p:grpSpPr>
        <p:sp>
          <p:nvSpPr>
            <p:cNvPr id="5" name="Rectangle 5"/>
            <p:cNvSpPr>
              <a:spLocks noChangeArrowheads="1"/>
            </p:cNvSpPr>
            <p:nvPr userDrawn="1"/>
          </p:nvSpPr>
          <p:spPr bwMode="auto">
            <a:xfrm>
              <a:off x="452" y="426"/>
              <a:ext cx="22" cy="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6" name="Freeform 6"/>
            <p:cNvSpPr>
              <a:spLocks/>
            </p:cNvSpPr>
            <p:nvPr userDrawn="1"/>
          </p:nvSpPr>
          <p:spPr bwMode="auto">
            <a:xfrm>
              <a:off x="585" y="425"/>
              <a:ext cx="66" cy="91"/>
            </a:xfrm>
            <a:custGeom>
              <a:avLst/>
              <a:gdLst>
                <a:gd name="T0" fmla="*/ 51 w 51"/>
                <a:gd name="T1" fmla="*/ 20 h 69"/>
                <a:gd name="T2" fmla="*/ 37 w 51"/>
                <a:gd name="T3" fmla="*/ 16 h 69"/>
                <a:gd name="T4" fmla="*/ 18 w 51"/>
                <a:gd name="T5" fmla="*/ 34 h 69"/>
                <a:gd name="T6" fmla="*/ 37 w 51"/>
                <a:gd name="T7" fmla="*/ 52 h 69"/>
                <a:gd name="T8" fmla="*/ 51 w 51"/>
                <a:gd name="T9" fmla="*/ 49 h 69"/>
                <a:gd name="T10" fmla="*/ 51 w 51"/>
                <a:gd name="T11" fmla="*/ 67 h 69"/>
                <a:gd name="T12" fmla="*/ 35 w 51"/>
                <a:gd name="T13" fmla="*/ 69 h 69"/>
                <a:gd name="T14" fmla="*/ 0 w 51"/>
                <a:gd name="T15" fmla="*/ 34 h 69"/>
                <a:gd name="T16" fmla="*/ 35 w 51"/>
                <a:gd name="T17" fmla="*/ 0 h 69"/>
                <a:gd name="T18" fmla="*/ 51 w 51"/>
                <a:gd name="T19" fmla="*/ 2 h 69"/>
                <a:gd name="T20" fmla="*/ 51 w 51"/>
                <a:gd name="T21" fmla="*/ 20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1" h="69">
                  <a:moveTo>
                    <a:pt x="51" y="20"/>
                  </a:moveTo>
                  <a:cubicBezTo>
                    <a:pt x="50" y="20"/>
                    <a:pt x="45" y="16"/>
                    <a:pt x="37" y="16"/>
                  </a:cubicBezTo>
                  <a:cubicBezTo>
                    <a:pt x="26" y="16"/>
                    <a:pt x="18" y="24"/>
                    <a:pt x="18" y="34"/>
                  </a:cubicBezTo>
                  <a:cubicBezTo>
                    <a:pt x="18" y="44"/>
                    <a:pt x="25" y="52"/>
                    <a:pt x="37" y="52"/>
                  </a:cubicBezTo>
                  <a:cubicBezTo>
                    <a:pt x="45" y="52"/>
                    <a:pt x="50" y="49"/>
                    <a:pt x="51" y="49"/>
                  </a:cubicBezTo>
                  <a:cubicBezTo>
                    <a:pt x="51" y="67"/>
                    <a:pt x="51" y="67"/>
                    <a:pt x="51" y="67"/>
                  </a:cubicBezTo>
                  <a:cubicBezTo>
                    <a:pt x="49" y="67"/>
                    <a:pt x="43" y="69"/>
                    <a:pt x="35" y="69"/>
                  </a:cubicBezTo>
                  <a:cubicBezTo>
                    <a:pt x="16" y="69"/>
                    <a:pt x="0" y="56"/>
                    <a:pt x="0" y="34"/>
                  </a:cubicBezTo>
                  <a:cubicBezTo>
                    <a:pt x="0" y="14"/>
                    <a:pt x="15" y="0"/>
                    <a:pt x="35" y="0"/>
                  </a:cubicBezTo>
                  <a:cubicBezTo>
                    <a:pt x="43" y="0"/>
                    <a:pt x="49" y="2"/>
                    <a:pt x="51" y="2"/>
                  </a:cubicBezTo>
                  <a:lnTo>
                    <a:pt x="51" y="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7" name="Freeform 7"/>
            <p:cNvSpPr>
              <a:spLocks/>
            </p:cNvSpPr>
            <p:nvPr userDrawn="1"/>
          </p:nvSpPr>
          <p:spPr bwMode="auto">
            <a:xfrm>
              <a:off x="355" y="425"/>
              <a:ext cx="67" cy="91"/>
            </a:xfrm>
            <a:custGeom>
              <a:avLst/>
              <a:gdLst>
                <a:gd name="T0" fmla="*/ 51 w 51"/>
                <a:gd name="T1" fmla="*/ 20 h 69"/>
                <a:gd name="T2" fmla="*/ 36 w 51"/>
                <a:gd name="T3" fmla="*/ 16 h 69"/>
                <a:gd name="T4" fmla="*/ 18 w 51"/>
                <a:gd name="T5" fmla="*/ 34 h 69"/>
                <a:gd name="T6" fmla="*/ 36 w 51"/>
                <a:gd name="T7" fmla="*/ 52 h 69"/>
                <a:gd name="T8" fmla="*/ 51 w 51"/>
                <a:gd name="T9" fmla="*/ 49 h 69"/>
                <a:gd name="T10" fmla="*/ 51 w 51"/>
                <a:gd name="T11" fmla="*/ 67 h 69"/>
                <a:gd name="T12" fmla="*/ 35 w 51"/>
                <a:gd name="T13" fmla="*/ 69 h 69"/>
                <a:gd name="T14" fmla="*/ 0 w 51"/>
                <a:gd name="T15" fmla="*/ 34 h 69"/>
                <a:gd name="T16" fmla="*/ 35 w 51"/>
                <a:gd name="T17" fmla="*/ 0 h 69"/>
                <a:gd name="T18" fmla="*/ 51 w 51"/>
                <a:gd name="T19" fmla="*/ 2 h 69"/>
                <a:gd name="T20" fmla="*/ 51 w 51"/>
                <a:gd name="T21" fmla="*/ 20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1" h="69">
                  <a:moveTo>
                    <a:pt x="51" y="20"/>
                  </a:moveTo>
                  <a:cubicBezTo>
                    <a:pt x="50" y="20"/>
                    <a:pt x="45" y="16"/>
                    <a:pt x="36" y="16"/>
                  </a:cubicBezTo>
                  <a:cubicBezTo>
                    <a:pt x="25" y="16"/>
                    <a:pt x="18" y="24"/>
                    <a:pt x="18" y="34"/>
                  </a:cubicBezTo>
                  <a:cubicBezTo>
                    <a:pt x="18" y="44"/>
                    <a:pt x="25" y="52"/>
                    <a:pt x="36" y="52"/>
                  </a:cubicBezTo>
                  <a:cubicBezTo>
                    <a:pt x="44" y="52"/>
                    <a:pt x="50" y="49"/>
                    <a:pt x="51" y="49"/>
                  </a:cubicBezTo>
                  <a:cubicBezTo>
                    <a:pt x="51" y="67"/>
                    <a:pt x="51" y="67"/>
                    <a:pt x="51" y="67"/>
                  </a:cubicBezTo>
                  <a:cubicBezTo>
                    <a:pt x="49" y="67"/>
                    <a:pt x="43" y="69"/>
                    <a:pt x="35" y="69"/>
                  </a:cubicBezTo>
                  <a:cubicBezTo>
                    <a:pt x="16" y="69"/>
                    <a:pt x="0" y="56"/>
                    <a:pt x="0" y="34"/>
                  </a:cubicBezTo>
                  <a:cubicBezTo>
                    <a:pt x="0" y="14"/>
                    <a:pt x="15" y="0"/>
                    <a:pt x="35" y="0"/>
                  </a:cubicBezTo>
                  <a:cubicBezTo>
                    <a:pt x="43" y="0"/>
                    <a:pt x="49" y="2"/>
                    <a:pt x="51" y="2"/>
                  </a:cubicBezTo>
                  <a:lnTo>
                    <a:pt x="51" y="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8" name="Freeform 8"/>
            <p:cNvSpPr>
              <a:spLocks noEditPoints="1"/>
            </p:cNvSpPr>
            <p:nvPr userDrawn="1"/>
          </p:nvSpPr>
          <p:spPr bwMode="auto">
            <a:xfrm>
              <a:off x="675" y="425"/>
              <a:ext cx="91" cy="91"/>
            </a:xfrm>
            <a:custGeom>
              <a:avLst/>
              <a:gdLst>
                <a:gd name="T0" fmla="*/ 70 w 70"/>
                <a:gd name="T1" fmla="*/ 34 h 69"/>
                <a:gd name="T2" fmla="*/ 35 w 70"/>
                <a:gd name="T3" fmla="*/ 69 h 69"/>
                <a:gd name="T4" fmla="*/ 0 w 70"/>
                <a:gd name="T5" fmla="*/ 34 h 69"/>
                <a:gd name="T6" fmla="*/ 35 w 70"/>
                <a:gd name="T7" fmla="*/ 0 h 69"/>
                <a:gd name="T8" fmla="*/ 70 w 70"/>
                <a:gd name="T9" fmla="*/ 34 h 69"/>
                <a:gd name="T10" fmla="*/ 35 w 70"/>
                <a:gd name="T11" fmla="*/ 17 h 69"/>
                <a:gd name="T12" fmla="*/ 18 w 70"/>
                <a:gd name="T13" fmla="*/ 34 h 69"/>
                <a:gd name="T14" fmla="*/ 35 w 70"/>
                <a:gd name="T15" fmla="*/ 52 h 69"/>
                <a:gd name="T16" fmla="*/ 52 w 70"/>
                <a:gd name="T17" fmla="*/ 34 h 69"/>
                <a:gd name="T18" fmla="*/ 35 w 70"/>
                <a:gd name="T19" fmla="*/ 17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70" h="69">
                  <a:moveTo>
                    <a:pt x="70" y="34"/>
                  </a:moveTo>
                  <a:cubicBezTo>
                    <a:pt x="70" y="53"/>
                    <a:pt x="56" y="69"/>
                    <a:pt x="35" y="69"/>
                  </a:cubicBezTo>
                  <a:cubicBezTo>
                    <a:pt x="14" y="69"/>
                    <a:pt x="0" y="53"/>
                    <a:pt x="0" y="34"/>
                  </a:cubicBezTo>
                  <a:cubicBezTo>
                    <a:pt x="0" y="15"/>
                    <a:pt x="14" y="0"/>
                    <a:pt x="35" y="0"/>
                  </a:cubicBezTo>
                  <a:cubicBezTo>
                    <a:pt x="56" y="0"/>
                    <a:pt x="70" y="15"/>
                    <a:pt x="70" y="34"/>
                  </a:cubicBezTo>
                  <a:close/>
                  <a:moveTo>
                    <a:pt x="35" y="17"/>
                  </a:moveTo>
                  <a:cubicBezTo>
                    <a:pt x="25" y="17"/>
                    <a:pt x="18" y="25"/>
                    <a:pt x="18" y="34"/>
                  </a:cubicBezTo>
                  <a:cubicBezTo>
                    <a:pt x="18" y="44"/>
                    <a:pt x="25" y="52"/>
                    <a:pt x="35" y="52"/>
                  </a:cubicBezTo>
                  <a:cubicBezTo>
                    <a:pt x="45" y="52"/>
                    <a:pt x="52" y="44"/>
                    <a:pt x="52" y="34"/>
                  </a:cubicBezTo>
                  <a:cubicBezTo>
                    <a:pt x="52" y="25"/>
                    <a:pt x="45" y="17"/>
                    <a:pt x="35" y="17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9" name="Freeform 9"/>
            <p:cNvSpPr>
              <a:spLocks/>
            </p:cNvSpPr>
            <p:nvPr userDrawn="1"/>
          </p:nvSpPr>
          <p:spPr bwMode="auto">
            <a:xfrm>
              <a:off x="503" y="425"/>
              <a:ext cx="60" cy="91"/>
            </a:xfrm>
            <a:custGeom>
              <a:avLst/>
              <a:gdLst>
                <a:gd name="T0" fmla="*/ 42 w 46"/>
                <a:gd name="T1" fmla="*/ 16 h 69"/>
                <a:gd name="T2" fmla="*/ 29 w 46"/>
                <a:gd name="T3" fmla="*/ 14 h 69"/>
                <a:gd name="T4" fmla="*/ 18 w 46"/>
                <a:gd name="T5" fmla="*/ 20 h 69"/>
                <a:gd name="T6" fmla="*/ 26 w 46"/>
                <a:gd name="T7" fmla="*/ 26 h 69"/>
                <a:gd name="T8" fmla="*/ 30 w 46"/>
                <a:gd name="T9" fmla="*/ 27 h 69"/>
                <a:gd name="T10" fmla="*/ 46 w 46"/>
                <a:gd name="T11" fmla="*/ 47 h 69"/>
                <a:gd name="T12" fmla="*/ 19 w 46"/>
                <a:gd name="T13" fmla="*/ 69 h 69"/>
                <a:gd name="T14" fmla="*/ 1 w 46"/>
                <a:gd name="T15" fmla="*/ 67 h 69"/>
                <a:gd name="T16" fmla="*/ 1 w 46"/>
                <a:gd name="T17" fmla="*/ 52 h 69"/>
                <a:gd name="T18" fmla="*/ 16 w 46"/>
                <a:gd name="T19" fmla="*/ 54 h 69"/>
                <a:gd name="T20" fmla="*/ 29 w 46"/>
                <a:gd name="T21" fmla="*/ 48 h 69"/>
                <a:gd name="T22" fmla="*/ 21 w 46"/>
                <a:gd name="T23" fmla="*/ 41 h 69"/>
                <a:gd name="T24" fmla="*/ 18 w 46"/>
                <a:gd name="T25" fmla="*/ 40 h 69"/>
                <a:gd name="T26" fmla="*/ 0 w 46"/>
                <a:gd name="T27" fmla="*/ 21 h 69"/>
                <a:gd name="T28" fmla="*/ 25 w 46"/>
                <a:gd name="T29" fmla="*/ 0 h 69"/>
                <a:gd name="T30" fmla="*/ 42 w 46"/>
                <a:gd name="T31" fmla="*/ 2 h 69"/>
                <a:gd name="T32" fmla="*/ 42 w 46"/>
                <a:gd name="T33" fmla="*/ 16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46" h="69">
                  <a:moveTo>
                    <a:pt x="42" y="16"/>
                  </a:moveTo>
                  <a:cubicBezTo>
                    <a:pt x="41" y="16"/>
                    <a:pt x="34" y="14"/>
                    <a:pt x="29" y="14"/>
                  </a:cubicBezTo>
                  <a:cubicBezTo>
                    <a:pt x="22" y="14"/>
                    <a:pt x="18" y="16"/>
                    <a:pt x="18" y="20"/>
                  </a:cubicBezTo>
                  <a:cubicBezTo>
                    <a:pt x="18" y="24"/>
                    <a:pt x="23" y="25"/>
                    <a:pt x="26" y="26"/>
                  </a:cubicBezTo>
                  <a:cubicBezTo>
                    <a:pt x="30" y="27"/>
                    <a:pt x="30" y="27"/>
                    <a:pt x="30" y="27"/>
                  </a:cubicBezTo>
                  <a:cubicBezTo>
                    <a:pt x="41" y="31"/>
                    <a:pt x="46" y="38"/>
                    <a:pt x="46" y="47"/>
                  </a:cubicBezTo>
                  <a:cubicBezTo>
                    <a:pt x="46" y="63"/>
                    <a:pt x="32" y="69"/>
                    <a:pt x="19" y="69"/>
                  </a:cubicBezTo>
                  <a:cubicBezTo>
                    <a:pt x="10" y="69"/>
                    <a:pt x="1" y="67"/>
                    <a:pt x="1" y="67"/>
                  </a:cubicBezTo>
                  <a:cubicBezTo>
                    <a:pt x="1" y="52"/>
                    <a:pt x="1" y="52"/>
                    <a:pt x="1" y="52"/>
                  </a:cubicBezTo>
                  <a:cubicBezTo>
                    <a:pt x="2" y="52"/>
                    <a:pt x="9" y="54"/>
                    <a:pt x="16" y="54"/>
                  </a:cubicBezTo>
                  <a:cubicBezTo>
                    <a:pt x="25" y="54"/>
                    <a:pt x="29" y="52"/>
                    <a:pt x="29" y="48"/>
                  </a:cubicBezTo>
                  <a:cubicBezTo>
                    <a:pt x="29" y="45"/>
                    <a:pt x="25" y="43"/>
                    <a:pt x="21" y="41"/>
                  </a:cubicBezTo>
                  <a:cubicBezTo>
                    <a:pt x="20" y="41"/>
                    <a:pt x="19" y="41"/>
                    <a:pt x="18" y="40"/>
                  </a:cubicBezTo>
                  <a:cubicBezTo>
                    <a:pt x="8" y="37"/>
                    <a:pt x="0" y="32"/>
                    <a:pt x="0" y="21"/>
                  </a:cubicBezTo>
                  <a:cubicBezTo>
                    <a:pt x="0" y="8"/>
                    <a:pt x="10" y="0"/>
                    <a:pt x="25" y="0"/>
                  </a:cubicBezTo>
                  <a:cubicBezTo>
                    <a:pt x="34" y="0"/>
                    <a:pt x="41" y="2"/>
                    <a:pt x="42" y="2"/>
                  </a:cubicBezTo>
                  <a:lnTo>
                    <a:pt x="42" y="1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0" name="Freeform 10"/>
            <p:cNvSpPr>
              <a:spLocks/>
            </p:cNvSpPr>
            <p:nvPr userDrawn="1"/>
          </p:nvSpPr>
          <p:spPr bwMode="auto">
            <a:xfrm>
              <a:off x="31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8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8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8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1" name="Freeform 11"/>
            <p:cNvSpPr>
              <a:spLocks/>
            </p:cNvSpPr>
            <p:nvPr userDrawn="1"/>
          </p:nvSpPr>
          <p:spPr bwMode="auto">
            <a:xfrm>
              <a:off x="37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8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8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8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2" name="Freeform 12"/>
            <p:cNvSpPr>
              <a:spLocks/>
            </p:cNvSpPr>
            <p:nvPr userDrawn="1"/>
          </p:nvSpPr>
          <p:spPr bwMode="auto">
            <a:xfrm>
              <a:off x="430" y="249"/>
              <a:ext cx="22" cy="139"/>
            </a:xfrm>
            <a:custGeom>
              <a:avLst/>
              <a:gdLst>
                <a:gd name="T0" fmla="*/ 17 w 17"/>
                <a:gd name="T1" fmla="*/ 8 h 106"/>
                <a:gd name="T2" fmla="*/ 8 w 17"/>
                <a:gd name="T3" fmla="*/ 0 h 106"/>
                <a:gd name="T4" fmla="*/ 0 w 17"/>
                <a:gd name="T5" fmla="*/ 8 h 106"/>
                <a:gd name="T6" fmla="*/ 0 w 17"/>
                <a:gd name="T7" fmla="*/ 97 h 106"/>
                <a:gd name="T8" fmla="*/ 8 w 17"/>
                <a:gd name="T9" fmla="*/ 106 h 106"/>
                <a:gd name="T10" fmla="*/ 17 w 17"/>
                <a:gd name="T11" fmla="*/ 97 h 106"/>
                <a:gd name="T12" fmla="*/ 17 w 17"/>
                <a:gd name="T13" fmla="*/ 8 h 1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106">
                  <a:moveTo>
                    <a:pt x="17" y="8"/>
                  </a:moveTo>
                  <a:cubicBezTo>
                    <a:pt x="17" y="4"/>
                    <a:pt x="13" y="0"/>
                    <a:pt x="8" y="0"/>
                  </a:cubicBezTo>
                  <a:cubicBezTo>
                    <a:pt x="4" y="0"/>
                    <a:pt x="0" y="4"/>
                    <a:pt x="0" y="8"/>
                  </a:cubicBezTo>
                  <a:cubicBezTo>
                    <a:pt x="0" y="97"/>
                    <a:pt x="0" y="97"/>
                    <a:pt x="0" y="97"/>
                  </a:cubicBezTo>
                  <a:cubicBezTo>
                    <a:pt x="0" y="102"/>
                    <a:pt x="4" y="106"/>
                    <a:pt x="8" y="106"/>
                  </a:cubicBezTo>
                  <a:cubicBezTo>
                    <a:pt x="13" y="106"/>
                    <a:pt x="17" y="102"/>
                    <a:pt x="17" y="97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3" name="Freeform 13"/>
            <p:cNvSpPr>
              <a:spLocks/>
            </p:cNvSpPr>
            <p:nvPr userDrawn="1"/>
          </p:nvSpPr>
          <p:spPr bwMode="auto">
            <a:xfrm>
              <a:off x="49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8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8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8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4" name="Freeform 14"/>
            <p:cNvSpPr>
              <a:spLocks/>
            </p:cNvSpPr>
            <p:nvPr userDrawn="1"/>
          </p:nvSpPr>
          <p:spPr bwMode="auto">
            <a:xfrm>
              <a:off x="55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8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8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8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5" name="Freeform 15"/>
            <p:cNvSpPr>
              <a:spLocks/>
            </p:cNvSpPr>
            <p:nvPr userDrawn="1"/>
          </p:nvSpPr>
          <p:spPr bwMode="auto">
            <a:xfrm>
              <a:off x="61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9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9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9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6" name="Freeform 16"/>
            <p:cNvSpPr>
              <a:spLocks/>
            </p:cNvSpPr>
            <p:nvPr userDrawn="1"/>
          </p:nvSpPr>
          <p:spPr bwMode="auto">
            <a:xfrm>
              <a:off x="670" y="249"/>
              <a:ext cx="22" cy="139"/>
            </a:xfrm>
            <a:custGeom>
              <a:avLst/>
              <a:gdLst>
                <a:gd name="T0" fmla="*/ 17 w 17"/>
                <a:gd name="T1" fmla="*/ 8 h 106"/>
                <a:gd name="T2" fmla="*/ 9 w 17"/>
                <a:gd name="T3" fmla="*/ 0 h 106"/>
                <a:gd name="T4" fmla="*/ 0 w 17"/>
                <a:gd name="T5" fmla="*/ 8 h 106"/>
                <a:gd name="T6" fmla="*/ 0 w 17"/>
                <a:gd name="T7" fmla="*/ 97 h 106"/>
                <a:gd name="T8" fmla="*/ 9 w 17"/>
                <a:gd name="T9" fmla="*/ 106 h 106"/>
                <a:gd name="T10" fmla="*/ 17 w 17"/>
                <a:gd name="T11" fmla="*/ 97 h 106"/>
                <a:gd name="T12" fmla="*/ 17 w 17"/>
                <a:gd name="T13" fmla="*/ 8 h 1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106">
                  <a:moveTo>
                    <a:pt x="17" y="8"/>
                  </a:moveTo>
                  <a:cubicBezTo>
                    <a:pt x="17" y="4"/>
                    <a:pt x="13" y="0"/>
                    <a:pt x="9" y="0"/>
                  </a:cubicBezTo>
                  <a:cubicBezTo>
                    <a:pt x="4" y="0"/>
                    <a:pt x="0" y="4"/>
                    <a:pt x="0" y="8"/>
                  </a:cubicBezTo>
                  <a:cubicBezTo>
                    <a:pt x="0" y="97"/>
                    <a:pt x="0" y="97"/>
                    <a:pt x="0" y="97"/>
                  </a:cubicBezTo>
                  <a:cubicBezTo>
                    <a:pt x="0" y="102"/>
                    <a:pt x="4" y="106"/>
                    <a:pt x="9" y="106"/>
                  </a:cubicBezTo>
                  <a:cubicBezTo>
                    <a:pt x="13" y="106"/>
                    <a:pt x="17" y="102"/>
                    <a:pt x="17" y="97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7" name="Freeform 17"/>
            <p:cNvSpPr>
              <a:spLocks/>
            </p:cNvSpPr>
            <p:nvPr userDrawn="1"/>
          </p:nvSpPr>
          <p:spPr bwMode="auto">
            <a:xfrm>
              <a:off x="73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9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9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9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8" name="Freeform 18"/>
            <p:cNvSpPr>
              <a:spLocks/>
            </p:cNvSpPr>
            <p:nvPr userDrawn="1"/>
          </p:nvSpPr>
          <p:spPr bwMode="auto">
            <a:xfrm>
              <a:off x="79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9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9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9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1851544963"/>
      </p:ext>
    </p:extLst>
  </p:cSld>
  <p:clrMapOvr>
    <a:masterClrMapping/>
  </p:clrMapOvr>
  <p:transition spd="slow">
    <p:wipe/>
  </p:transition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6"/>
          <p:cNvSpPr>
            <a:spLocks noGrp="1"/>
          </p:cNvSpPr>
          <p:nvPr>
            <p:ph type="sldNum" sz="quarter" idx="4"/>
          </p:nvPr>
        </p:nvSpPr>
        <p:spPr>
          <a:xfrm>
            <a:off x="8473441" y="4954263"/>
            <a:ext cx="676910" cy="1892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525">
                <a:solidFill>
                  <a:schemeClr val="tx2"/>
                </a:solidFill>
              </a:defRPr>
            </a:lvl1pPr>
          </a:lstStyle>
          <a:p>
            <a:pPr defTabSz="385763">
              <a:defRPr/>
            </a:pPr>
            <a:fld id="{2F5CCB13-0A32-4557-88E9-079F0C330695}" type="slidenum">
              <a:rPr lang="en-US" kern="0" smtClean="0">
                <a:solidFill>
                  <a:srgbClr val="595959"/>
                </a:solidFill>
              </a:rPr>
              <a:pPr defTabSz="385763">
                <a:defRPr/>
              </a:pPr>
              <a:t>‹#›</a:t>
            </a:fld>
            <a:endParaRPr lang="en-US" kern="0" dirty="0">
              <a:solidFill>
                <a:srgbClr val="595959"/>
              </a:solidFill>
            </a:endParaRPr>
          </a:p>
        </p:txBody>
      </p:sp>
      <p:sp>
        <p:nvSpPr>
          <p:cNvPr id="5" name="Rectangle 3"/>
          <p:cNvSpPr>
            <a:spLocks noGrp="1" noChangeArrowheads="1"/>
          </p:cNvSpPr>
          <p:nvPr>
            <p:ph idx="1"/>
          </p:nvPr>
        </p:nvSpPr>
        <p:spPr bwMode="auto">
          <a:xfrm>
            <a:off x="144065" y="798944"/>
            <a:ext cx="8853286" cy="415531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182880" bIns="45720" numCol="1" anchor="t" anchorCtr="0" compatLnSpc="1">
            <a:prstTxWarp prst="textNoShape">
              <a:avLst/>
            </a:prstTxWarp>
          </a:bodyPr>
          <a:lstStyle>
            <a:lvl1pPr marL="169863" indent="-169863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§"/>
              <a:defRPr>
                <a:solidFill>
                  <a:srgbClr val="000000"/>
                </a:solidFill>
              </a:defRPr>
            </a:lvl1pPr>
            <a:lvl2pPr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defRPr>
                <a:solidFill>
                  <a:srgbClr val="000000"/>
                </a:solidFill>
              </a:defRPr>
            </a:lvl2pPr>
            <a:lvl3pPr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defRPr>
                <a:solidFill>
                  <a:srgbClr val="000000"/>
                </a:solidFill>
              </a:defRPr>
            </a:lvl3pPr>
            <a:lvl4pPr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defRPr>
                <a:solidFill>
                  <a:srgbClr val="000000"/>
                </a:solidFill>
              </a:defRPr>
            </a:lvl4pPr>
          </a:lstStyle>
          <a:p>
            <a:pPr lvl="0"/>
            <a:r>
              <a:rPr lang="en-US" dirty="0">
                <a:sym typeface="Arial" pitchFamily="34" charset="0"/>
              </a:rPr>
              <a:t>Click to edit Master text styles</a:t>
            </a:r>
          </a:p>
          <a:p>
            <a:pPr lvl="1"/>
            <a:r>
              <a:rPr lang="en-US" dirty="0">
                <a:sym typeface="Arial" pitchFamily="34" charset="0"/>
              </a:rPr>
              <a:t>Second level</a:t>
            </a:r>
          </a:p>
          <a:p>
            <a:pPr lvl="2"/>
            <a:r>
              <a:rPr lang="en-US" dirty="0">
                <a:sym typeface="Arial" pitchFamily="34" charset="0"/>
              </a:rPr>
              <a:t>Third level</a:t>
            </a:r>
          </a:p>
          <a:p>
            <a:pPr lvl="3"/>
            <a:r>
              <a:rPr lang="en-US" dirty="0">
                <a:sym typeface="Arial" pitchFamily="34" charset="0"/>
              </a:rPr>
              <a:t>Fourth level</a:t>
            </a:r>
          </a:p>
        </p:txBody>
      </p:sp>
      <p:sp>
        <p:nvSpPr>
          <p:cNvPr id="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1" y="41393"/>
            <a:ext cx="9144000" cy="75755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lnSpc>
                <a:spcPct val="100000"/>
              </a:lnSpc>
              <a:defRPr sz="2400"/>
            </a:lvl1pPr>
          </a:lstStyle>
          <a:p>
            <a:pPr lvl="0"/>
            <a:r>
              <a:rPr lang="en-US" dirty="0">
                <a:sym typeface="Arial" pitchFamily="34" charset="0"/>
              </a:rPr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257996623"/>
      </p:ext>
    </p:extLst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5"/>
          <p:cNvSpPr>
            <a:spLocks noGrp="1"/>
          </p:cNvSpPr>
          <p:nvPr>
            <p:ph type="title"/>
          </p:nvPr>
        </p:nvSpPr>
        <p:spPr bwMode="auto">
          <a:xfrm>
            <a:off x="438150" y="341313"/>
            <a:ext cx="8345488" cy="7318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24" tIns="45712" rIns="91424" bIns="45712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 altLang="en-US" dirty="0"/>
              <a:t>Title Goes Here</a:t>
            </a:r>
          </a:p>
        </p:txBody>
      </p:sp>
      <p:sp>
        <p:nvSpPr>
          <p:cNvPr id="12" name="Rectangle 7"/>
          <p:cNvSpPr>
            <a:spLocks noChangeArrowheads="1"/>
          </p:cNvSpPr>
          <p:nvPr/>
        </p:nvSpPr>
        <p:spPr bwMode="ltGray">
          <a:xfrm>
            <a:off x="8515707" y="4742907"/>
            <a:ext cx="218414" cy="154518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none" lIns="61586" tIns="30792" rIns="61586" bIns="30792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6A1E46DC-7EF6-4EA2-B285-14272867D133}" type="slidenum">
              <a:rPr lang="en-US" sz="600">
                <a:solidFill>
                  <a:schemeClr val="accent3">
                    <a:lumMod val="85000"/>
                  </a:schemeClr>
                </a:solidFill>
                <a:latin typeface="+mn-lt"/>
                <a:ea typeface="+mn-ea"/>
                <a:cs typeface="CiscoSans Thin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600" dirty="0">
              <a:solidFill>
                <a:schemeClr val="accent3">
                  <a:lumMod val="85000"/>
                </a:schemeClr>
              </a:solidFill>
              <a:latin typeface="+mn-lt"/>
              <a:ea typeface="+mn-ea"/>
              <a:cs typeface="CiscoSans Thin"/>
            </a:endParaRPr>
          </a:p>
        </p:txBody>
      </p:sp>
      <p:sp>
        <p:nvSpPr>
          <p:cNvPr id="13" name="Rectangle 4"/>
          <p:cNvSpPr>
            <a:spLocks noChangeArrowheads="1"/>
          </p:cNvSpPr>
          <p:nvPr/>
        </p:nvSpPr>
        <p:spPr bwMode="ltGray">
          <a:xfrm>
            <a:off x="5867508" y="4741653"/>
            <a:ext cx="2658018" cy="15451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61586" tIns="30792" rIns="61586" bIns="30792" anchor="b">
            <a:spAutoFit/>
          </a:bodyPr>
          <a:lstStyle/>
          <a:p>
            <a:pPr defTabSz="610744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600" dirty="0">
                <a:solidFill>
                  <a:schemeClr val="accent3">
                    <a:lumMod val="85000"/>
                  </a:schemeClr>
                </a:solidFill>
                <a:latin typeface="+mn-lt"/>
                <a:ea typeface="+mn-ea"/>
                <a:cs typeface="CiscoSans Thin"/>
              </a:rPr>
              <a:t>© 2016  Cisco and/or its affiliates. All rights reserved.   Cisco Confidential</a:t>
            </a:r>
          </a:p>
        </p:txBody>
      </p:sp>
      <p:grpSp>
        <p:nvGrpSpPr>
          <p:cNvPr id="6" name="Group 4"/>
          <p:cNvGrpSpPr>
            <a:grpSpLocks noChangeAspect="1"/>
          </p:cNvGrpSpPr>
          <p:nvPr/>
        </p:nvGrpSpPr>
        <p:grpSpPr bwMode="auto">
          <a:xfrm>
            <a:off x="508039" y="4715197"/>
            <a:ext cx="340257" cy="180974"/>
            <a:chOff x="310" y="249"/>
            <a:chExt cx="502" cy="267"/>
          </a:xfrm>
          <a:solidFill>
            <a:schemeClr val="accent5"/>
          </a:solidFill>
        </p:grpSpPr>
        <p:sp>
          <p:nvSpPr>
            <p:cNvPr id="7" name="Rectangle 5"/>
            <p:cNvSpPr>
              <a:spLocks noChangeArrowheads="1"/>
            </p:cNvSpPr>
            <p:nvPr userDrawn="1"/>
          </p:nvSpPr>
          <p:spPr bwMode="auto">
            <a:xfrm>
              <a:off x="452" y="426"/>
              <a:ext cx="22" cy="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8" name="Freeform 6"/>
            <p:cNvSpPr>
              <a:spLocks/>
            </p:cNvSpPr>
            <p:nvPr userDrawn="1"/>
          </p:nvSpPr>
          <p:spPr bwMode="auto">
            <a:xfrm>
              <a:off x="585" y="425"/>
              <a:ext cx="66" cy="91"/>
            </a:xfrm>
            <a:custGeom>
              <a:avLst/>
              <a:gdLst>
                <a:gd name="T0" fmla="*/ 51 w 51"/>
                <a:gd name="T1" fmla="*/ 20 h 69"/>
                <a:gd name="T2" fmla="*/ 37 w 51"/>
                <a:gd name="T3" fmla="*/ 16 h 69"/>
                <a:gd name="T4" fmla="*/ 18 w 51"/>
                <a:gd name="T5" fmla="*/ 34 h 69"/>
                <a:gd name="T6" fmla="*/ 37 w 51"/>
                <a:gd name="T7" fmla="*/ 52 h 69"/>
                <a:gd name="T8" fmla="*/ 51 w 51"/>
                <a:gd name="T9" fmla="*/ 49 h 69"/>
                <a:gd name="T10" fmla="*/ 51 w 51"/>
                <a:gd name="T11" fmla="*/ 67 h 69"/>
                <a:gd name="T12" fmla="*/ 35 w 51"/>
                <a:gd name="T13" fmla="*/ 69 h 69"/>
                <a:gd name="T14" fmla="*/ 0 w 51"/>
                <a:gd name="T15" fmla="*/ 34 h 69"/>
                <a:gd name="T16" fmla="*/ 35 w 51"/>
                <a:gd name="T17" fmla="*/ 0 h 69"/>
                <a:gd name="T18" fmla="*/ 51 w 51"/>
                <a:gd name="T19" fmla="*/ 2 h 69"/>
                <a:gd name="T20" fmla="*/ 51 w 51"/>
                <a:gd name="T21" fmla="*/ 20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1" h="69">
                  <a:moveTo>
                    <a:pt x="51" y="20"/>
                  </a:moveTo>
                  <a:cubicBezTo>
                    <a:pt x="50" y="20"/>
                    <a:pt x="45" y="16"/>
                    <a:pt x="37" y="16"/>
                  </a:cubicBezTo>
                  <a:cubicBezTo>
                    <a:pt x="26" y="16"/>
                    <a:pt x="18" y="24"/>
                    <a:pt x="18" y="34"/>
                  </a:cubicBezTo>
                  <a:cubicBezTo>
                    <a:pt x="18" y="44"/>
                    <a:pt x="25" y="52"/>
                    <a:pt x="37" y="52"/>
                  </a:cubicBezTo>
                  <a:cubicBezTo>
                    <a:pt x="45" y="52"/>
                    <a:pt x="50" y="49"/>
                    <a:pt x="51" y="49"/>
                  </a:cubicBezTo>
                  <a:cubicBezTo>
                    <a:pt x="51" y="67"/>
                    <a:pt x="51" y="67"/>
                    <a:pt x="51" y="67"/>
                  </a:cubicBezTo>
                  <a:cubicBezTo>
                    <a:pt x="49" y="67"/>
                    <a:pt x="43" y="69"/>
                    <a:pt x="35" y="69"/>
                  </a:cubicBezTo>
                  <a:cubicBezTo>
                    <a:pt x="16" y="69"/>
                    <a:pt x="0" y="56"/>
                    <a:pt x="0" y="34"/>
                  </a:cubicBezTo>
                  <a:cubicBezTo>
                    <a:pt x="0" y="14"/>
                    <a:pt x="15" y="0"/>
                    <a:pt x="35" y="0"/>
                  </a:cubicBezTo>
                  <a:cubicBezTo>
                    <a:pt x="43" y="0"/>
                    <a:pt x="49" y="2"/>
                    <a:pt x="51" y="2"/>
                  </a:cubicBezTo>
                  <a:lnTo>
                    <a:pt x="51" y="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9" name="Freeform 7"/>
            <p:cNvSpPr>
              <a:spLocks/>
            </p:cNvSpPr>
            <p:nvPr userDrawn="1"/>
          </p:nvSpPr>
          <p:spPr bwMode="auto">
            <a:xfrm>
              <a:off x="355" y="425"/>
              <a:ext cx="67" cy="91"/>
            </a:xfrm>
            <a:custGeom>
              <a:avLst/>
              <a:gdLst>
                <a:gd name="T0" fmla="*/ 51 w 51"/>
                <a:gd name="T1" fmla="*/ 20 h 69"/>
                <a:gd name="T2" fmla="*/ 36 w 51"/>
                <a:gd name="T3" fmla="*/ 16 h 69"/>
                <a:gd name="T4" fmla="*/ 18 w 51"/>
                <a:gd name="T5" fmla="*/ 34 h 69"/>
                <a:gd name="T6" fmla="*/ 36 w 51"/>
                <a:gd name="T7" fmla="*/ 52 h 69"/>
                <a:gd name="T8" fmla="*/ 51 w 51"/>
                <a:gd name="T9" fmla="*/ 49 h 69"/>
                <a:gd name="T10" fmla="*/ 51 w 51"/>
                <a:gd name="T11" fmla="*/ 67 h 69"/>
                <a:gd name="T12" fmla="*/ 35 w 51"/>
                <a:gd name="T13" fmla="*/ 69 h 69"/>
                <a:gd name="T14" fmla="*/ 0 w 51"/>
                <a:gd name="T15" fmla="*/ 34 h 69"/>
                <a:gd name="T16" fmla="*/ 35 w 51"/>
                <a:gd name="T17" fmla="*/ 0 h 69"/>
                <a:gd name="T18" fmla="*/ 51 w 51"/>
                <a:gd name="T19" fmla="*/ 2 h 69"/>
                <a:gd name="T20" fmla="*/ 51 w 51"/>
                <a:gd name="T21" fmla="*/ 20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1" h="69">
                  <a:moveTo>
                    <a:pt x="51" y="20"/>
                  </a:moveTo>
                  <a:cubicBezTo>
                    <a:pt x="50" y="20"/>
                    <a:pt x="45" y="16"/>
                    <a:pt x="36" y="16"/>
                  </a:cubicBezTo>
                  <a:cubicBezTo>
                    <a:pt x="25" y="16"/>
                    <a:pt x="18" y="24"/>
                    <a:pt x="18" y="34"/>
                  </a:cubicBezTo>
                  <a:cubicBezTo>
                    <a:pt x="18" y="44"/>
                    <a:pt x="25" y="52"/>
                    <a:pt x="36" y="52"/>
                  </a:cubicBezTo>
                  <a:cubicBezTo>
                    <a:pt x="44" y="52"/>
                    <a:pt x="50" y="49"/>
                    <a:pt x="51" y="49"/>
                  </a:cubicBezTo>
                  <a:cubicBezTo>
                    <a:pt x="51" y="67"/>
                    <a:pt x="51" y="67"/>
                    <a:pt x="51" y="67"/>
                  </a:cubicBezTo>
                  <a:cubicBezTo>
                    <a:pt x="49" y="67"/>
                    <a:pt x="43" y="69"/>
                    <a:pt x="35" y="69"/>
                  </a:cubicBezTo>
                  <a:cubicBezTo>
                    <a:pt x="16" y="69"/>
                    <a:pt x="0" y="56"/>
                    <a:pt x="0" y="34"/>
                  </a:cubicBezTo>
                  <a:cubicBezTo>
                    <a:pt x="0" y="14"/>
                    <a:pt x="15" y="0"/>
                    <a:pt x="35" y="0"/>
                  </a:cubicBezTo>
                  <a:cubicBezTo>
                    <a:pt x="43" y="0"/>
                    <a:pt x="49" y="2"/>
                    <a:pt x="51" y="2"/>
                  </a:cubicBezTo>
                  <a:lnTo>
                    <a:pt x="51" y="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0" name="Freeform 8"/>
            <p:cNvSpPr>
              <a:spLocks noEditPoints="1"/>
            </p:cNvSpPr>
            <p:nvPr userDrawn="1"/>
          </p:nvSpPr>
          <p:spPr bwMode="auto">
            <a:xfrm>
              <a:off x="675" y="425"/>
              <a:ext cx="91" cy="91"/>
            </a:xfrm>
            <a:custGeom>
              <a:avLst/>
              <a:gdLst>
                <a:gd name="T0" fmla="*/ 70 w 70"/>
                <a:gd name="T1" fmla="*/ 34 h 69"/>
                <a:gd name="T2" fmla="*/ 35 w 70"/>
                <a:gd name="T3" fmla="*/ 69 h 69"/>
                <a:gd name="T4" fmla="*/ 0 w 70"/>
                <a:gd name="T5" fmla="*/ 34 h 69"/>
                <a:gd name="T6" fmla="*/ 35 w 70"/>
                <a:gd name="T7" fmla="*/ 0 h 69"/>
                <a:gd name="T8" fmla="*/ 70 w 70"/>
                <a:gd name="T9" fmla="*/ 34 h 69"/>
                <a:gd name="T10" fmla="*/ 35 w 70"/>
                <a:gd name="T11" fmla="*/ 17 h 69"/>
                <a:gd name="T12" fmla="*/ 18 w 70"/>
                <a:gd name="T13" fmla="*/ 34 h 69"/>
                <a:gd name="T14" fmla="*/ 35 w 70"/>
                <a:gd name="T15" fmla="*/ 52 h 69"/>
                <a:gd name="T16" fmla="*/ 52 w 70"/>
                <a:gd name="T17" fmla="*/ 34 h 69"/>
                <a:gd name="T18" fmla="*/ 35 w 70"/>
                <a:gd name="T19" fmla="*/ 17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70" h="69">
                  <a:moveTo>
                    <a:pt x="70" y="34"/>
                  </a:moveTo>
                  <a:cubicBezTo>
                    <a:pt x="70" y="53"/>
                    <a:pt x="56" y="69"/>
                    <a:pt x="35" y="69"/>
                  </a:cubicBezTo>
                  <a:cubicBezTo>
                    <a:pt x="14" y="69"/>
                    <a:pt x="0" y="53"/>
                    <a:pt x="0" y="34"/>
                  </a:cubicBezTo>
                  <a:cubicBezTo>
                    <a:pt x="0" y="15"/>
                    <a:pt x="14" y="0"/>
                    <a:pt x="35" y="0"/>
                  </a:cubicBezTo>
                  <a:cubicBezTo>
                    <a:pt x="56" y="0"/>
                    <a:pt x="70" y="15"/>
                    <a:pt x="70" y="34"/>
                  </a:cubicBezTo>
                  <a:close/>
                  <a:moveTo>
                    <a:pt x="35" y="17"/>
                  </a:moveTo>
                  <a:cubicBezTo>
                    <a:pt x="25" y="17"/>
                    <a:pt x="18" y="25"/>
                    <a:pt x="18" y="34"/>
                  </a:cubicBezTo>
                  <a:cubicBezTo>
                    <a:pt x="18" y="44"/>
                    <a:pt x="25" y="52"/>
                    <a:pt x="35" y="52"/>
                  </a:cubicBezTo>
                  <a:cubicBezTo>
                    <a:pt x="45" y="52"/>
                    <a:pt x="52" y="44"/>
                    <a:pt x="52" y="34"/>
                  </a:cubicBezTo>
                  <a:cubicBezTo>
                    <a:pt x="52" y="25"/>
                    <a:pt x="45" y="17"/>
                    <a:pt x="35" y="17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1" name="Freeform 9"/>
            <p:cNvSpPr>
              <a:spLocks/>
            </p:cNvSpPr>
            <p:nvPr userDrawn="1"/>
          </p:nvSpPr>
          <p:spPr bwMode="auto">
            <a:xfrm>
              <a:off x="503" y="425"/>
              <a:ext cx="60" cy="91"/>
            </a:xfrm>
            <a:custGeom>
              <a:avLst/>
              <a:gdLst>
                <a:gd name="T0" fmla="*/ 42 w 46"/>
                <a:gd name="T1" fmla="*/ 16 h 69"/>
                <a:gd name="T2" fmla="*/ 29 w 46"/>
                <a:gd name="T3" fmla="*/ 14 h 69"/>
                <a:gd name="T4" fmla="*/ 18 w 46"/>
                <a:gd name="T5" fmla="*/ 20 h 69"/>
                <a:gd name="T6" fmla="*/ 26 w 46"/>
                <a:gd name="T7" fmla="*/ 26 h 69"/>
                <a:gd name="T8" fmla="*/ 30 w 46"/>
                <a:gd name="T9" fmla="*/ 27 h 69"/>
                <a:gd name="T10" fmla="*/ 46 w 46"/>
                <a:gd name="T11" fmla="*/ 47 h 69"/>
                <a:gd name="T12" fmla="*/ 19 w 46"/>
                <a:gd name="T13" fmla="*/ 69 h 69"/>
                <a:gd name="T14" fmla="*/ 1 w 46"/>
                <a:gd name="T15" fmla="*/ 67 h 69"/>
                <a:gd name="T16" fmla="*/ 1 w 46"/>
                <a:gd name="T17" fmla="*/ 52 h 69"/>
                <a:gd name="T18" fmla="*/ 16 w 46"/>
                <a:gd name="T19" fmla="*/ 54 h 69"/>
                <a:gd name="T20" fmla="*/ 29 w 46"/>
                <a:gd name="T21" fmla="*/ 48 h 69"/>
                <a:gd name="T22" fmla="*/ 21 w 46"/>
                <a:gd name="T23" fmla="*/ 41 h 69"/>
                <a:gd name="T24" fmla="*/ 18 w 46"/>
                <a:gd name="T25" fmla="*/ 40 h 69"/>
                <a:gd name="T26" fmla="*/ 0 w 46"/>
                <a:gd name="T27" fmla="*/ 21 h 69"/>
                <a:gd name="T28" fmla="*/ 25 w 46"/>
                <a:gd name="T29" fmla="*/ 0 h 69"/>
                <a:gd name="T30" fmla="*/ 42 w 46"/>
                <a:gd name="T31" fmla="*/ 2 h 69"/>
                <a:gd name="T32" fmla="*/ 42 w 46"/>
                <a:gd name="T33" fmla="*/ 16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46" h="69">
                  <a:moveTo>
                    <a:pt x="42" y="16"/>
                  </a:moveTo>
                  <a:cubicBezTo>
                    <a:pt x="41" y="16"/>
                    <a:pt x="34" y="14"/>
                    <a:pt x="29" y="14"/>
                  </a:cubicBezTo>
                  <a:cubicBezTo>
                    <a:pt x="22" y="14"/>
                    <a:pt x="18" y="16"/>
                    <a:pt x="18" y="20"/>
                  </a:cubicBezTo>
                  <a:cubicBezTo>
                    <a:pt x="18" y="24"/>
                    <a:pt x="23" y="25"/>
                    <a:pt x="26" y="26"/>
                  </a:cubicBezTo>
                  <a:cubicBezTo>
                    <a:pt x="30" y="27"/>
                    <a:pt x="30" y="27"/>
                    <a:pt x="30" y="27"/>
                  </a:cubicBezTo>
                  <a:cubicBezTo>
                    <a:pt x="41" y="31"/>
                    <a:pt x="46" y="38"/>
                    <a:pt x="46" y="47"/>
                  </a:cubicBezTo>
                  <a:cubicBezTo>
                    <a:pt x="46" y="63"/>
                    <a:pt x="32" y="69"/>
                    <a:pt x="19" y="69"/>
                  </a:cubicBezTo>
                  <a:cubicBezTo>
                    <a:pt x="10" y="69"/>
                    <a:pt x="1" y="67"/>
                    <a:pt x="1" y="67"/>
                  </a:cubicBezTo>
                  <a:cubicBezTo>
                    <a:pt x="1" y="52"/>
                    <a:pt x="1" y="52"/>
                    <a:pt x="1" y="52"/>
                  </a:cubicBezTo>
                  <a:cubicBezTo>
                    <a:pt x="2" y="52"/>
                    <a:pt x="9" y="54"/>
                    <a:pt x="16" y="54"/>
                  </a:cubicBezTo>
                  <a:cubicBezTo>
                    <a:pt x="25" y="54"/>
                    <a:pt x="29" y="52"/>
                    <a:pt x="29" y="48"/>
                  </a:cubicBezTo>
                  <a:cubicBezTo>
                    <a:pt x="29" y="45"/>
                    <a:pt x="25" y="43"/>
                    <a:pt x="21" y="41"/>
                  </a:cubicBezTo>
                  <a:cubicBezTo>
                    <a:pt x="20" y="41"/>
                    <a:pt x="19" y="41"/>
                    <a:pt x="18" y="40"/>
                  </a:cubicBezTo>
                  <a:cubicBezTo>
                    <a:pt x="8" y="37"/>
                    <a:pt x="0" y="32"/>
                    <a:pt x="0" y="21"/>
                  </a:cubicBezTo>
                  <a:cubicBezTo>
                    <a:pt x="0" y="8"/>
                    <a:pt x="10" y="0"/>
                    <a:pt x="25" y="0"/>
                  </a:cubicBezTo>
                  <a:cubicBezTo>
                    <a:pt x="34" y="0"/>
                    <a:pt x="41" y="2"/>
                    <a:pt x="42" y="2"/>
                  </a:cubicBezTo>
                  <a:lnTo>
                    <a:pt x="42" y="1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4" name="Freeform 10"/>
            <p:cNvSpPr>
              <a:spLocks/>
            </p:cNvSpPr>
            <p:nvPr userDrawn="1"/>
          </p:nvSpPr>
          <p:spPr bwMode="auto">
            <a:xfrm>
              <a:off x="31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8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8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8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5" name="Freeform 11"/>
            <p:cNvSpPr>
              <a:spLocks/>
            </p:cNvSpPr>
            <p:nvPr userDrawn="1"/>
          </p:nvSpPr>
          <p:spPr bwMode="auto">
            <a:xfrm>
              <a:off x="37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8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8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8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6" name="Freeform 12"/>
            <p:cNvSpPr>
              <a:spLocks/>
            </p:cNvSpPr>
            <p:nvPr userDrawn="1"/>
          </p:nvSpPr>
          <p:spPr bwMode="auto">
            <a:xfrm>
              <a:off x="430" y="249"/>
              <a:ext cx="22" cy="139"/>
            </a:xfrm>
            <a:custGeom>
              <a:avLst/>
              <a:gdLst>
                <a:gd name="T0" fmla="*/ 17 w 17"/>
                <a:gd name="T1" fmla="*/ 8 h 106"/>
                <a:gd name="T2" fmla="*/ 8 w 17"/>
                <a:gd name="T3" fmla="*/ 0 h 106"/>
                <a:gd name="T4" fmla="*/ 0 w 17"/>
                <a:gd name="T5" fmla="*/ 8 h 106"/>
                <a:gd name="T6" fmla="*/ 0 w 17"/>
                <a:gd name="T7" fmla="*/ 97 h 106"/>
                <a:gd name="T8" fmla="*/ 8 w 17"/>
                <a:gd name="T9" fmla="*/ 106 h 106"/>
                <a:gd name="T10" fmla="*/ 17 w 17"/>
                <a:gd name="T11" fmla="*/ 97 h 106"/>
                <a:gd name="T12" fmla="*/ 17 w 17"/>
                <a:gd name="T13" fmla="*/ 8 h 1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106">
                  <a:moveTo>
                    <a:pt x="17" y="8"/>
                  </a:moveTo>
                  <a:cubicBezTo>
                    <a:pt x="17" y="4"/>
                    <a:pt x="13" y="0"/>
                    <a:pt x="8" y="0"/>
                  </a:cubicBezTo>
                  <a:cubicBezTo>
                    <a:pt x="4" y="0"/>
                    <a:pt x="0" y="4"/>
                    <a:pt x="0" y="8"/>
                  </a:cubicBezTo>
                  <a:cubicBezTo>
                    <a:pt x="0" y="97"/>
                    <a:pt x="0" y="97"/>
                    <a:pt x="0" y="97"/>
                  </a:cubicBezTo>
                  <a:cubicBezTo>
                    <a:pt x="0" y="102"/>
                    <a:pt x="4" y="106"/>
                    <a:pt x="8" y="106"/>
                  </a:cubicBezTo>
                  <a:cubicBezTo>
                    <a:pt x="13" y="106"/>
                    <a:pt x="17" y="102"/>
                    <a:pt x="17" y="97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7" name="Freeform 13"/>
            <p:cNvSpPr>
              <a:spLocks/>
            </p:cNvSpPr>
            <p:nvPr userDrawn="1"/>
          </p:nvSpPr>
          <p:spPr bwMode="auto">
            <a:xfrm>
              <a:off x="49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8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8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8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8" name="Freeform 14"/>
            <p:cNvSpPr>
              <a:spLocks/>
            </p:cNvSpPr>
            <p:nvPr userDrawn="1"/>
          </p:nvSpPr>
          <p:spPr bwMode="auto">
            <a:xfrm>
              <a:off x="55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8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8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8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9" name="Freeform 15"/>
            <p:cNvSpPr>
              <a:spLocks/>
            </p:cNvSpPr>
            <p:nvPr userDrawn="1"/>
          </p:nvSpPr>
          <p:spPr bwMode="auto">
            <a:xfrm>
              <a:off x="61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9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9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9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0" name="Freeform 16"/>
            <p:cNvSpPr>
              <a:spLocks/>
            </p:cNvSpPr>
            <p:nvPr userDrawn="1"/>
          </p:nvSpPr>
          <p:spPr bwMode="auto">
            <a:xfrm>
              <a:off x="670" y="249"/>
              <a:ext cx="22" cy="139"/>
            </a:xfrm>
            <a:custGeom>
              <a:avLst/>
              <a:gdLst>
                <a:gd name="T0" fmla="*/ 17 w 17"/>
                <a:gd name="T1" fmla="*/ 8 h 106"/>
                <a:gd name="T2" fmla="*/ 9 w 17"/>
                <a:gd name="T3" fmla="*/ 0 h 106"/>
                <a:gd name="T4" fmla="*/ 0 w 17"/>
                <a:gd name="T5" fmla="*/ 8 h 106"/>
                <a:gd name="T6" fmla="*/ 0 w 17"/>
                <a:gd name="T7" fmla="*/ 97 h 106"/>
                <a:gd name="T8" fmla="*/ 9 w 17"/>
                <a:gd name="T9" fmla="*/ 106 h 106"/>
                <a:gd name="T10" fmla="*/ 17 w 17"/>
                <a:gd name="T11" fmla="*/ 97 h 106"/>
                <a:gd name="T12" fmla="*/ 17 w 17"/>
                <a:gd name="T13" fmla="*/ 8 h 1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106">
                  <a:moveTo>
                    <a:pt x="17" y="8"/>
                  </a:moveTo>
                  <a:cubicBezTo>
                    <a:pt x="17" y="4"/>
                    <a:pt x="13" y="0"/>
                    <a:pt x="9" y="0"/>
                  </a:cubicBezTo>
                  <a:cubicBezTo>
                    <a:pt x="4" y="0"/>
                    <a:pt x="0" y="4"/>
                    <a:pt x="0" y="8"/>
                  </a:cubicBezTo>
                  <a:cubicBezTo>
                    <a:pt x="0" y="97"/>
                    <a:pt x="0" y="97"/>
                    <a:pt x="0" y="97"/>
                  </a:cubicBezTo>
                  <a:cubicBezTo>
                    <a:pt x="0" y="102"/>
                    <a:pt x="4" y="106"/>
                    <a:pt x="9" y="106"/>
                  </a:cubicBezTo>
                  <a:cubicBezTo>
                    <a:pt x="13" y="106"/>
                    <a:pt x="17" y="102"/>
                    <a:pt x="17" y="97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1" name="Freeform 17"/>
            <p:cNvSpPr>
              <a:spLocks/>
            </p:cNvSpPr>
            <p:nvPr userDrawn="1"/>
          </p:nvSpPr>
          <p:spPr bwMode="auto">
            <a:xfrm>
              <a:off x="73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9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9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9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2" name="Freeform 18"/>
            <p:cNvSpPr>
              <a:spLocks/>
            </p:cNvSpPr>
            <p:nvPr userDrawn="1"/>
          </p:nvSpPr>
          <p:spPr bwMode="auto">
            <a:xfrm>
              <a:off x="79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9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9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9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962" r:id="rId1"/>
    <p:sldLayoutId id="2147484013" r:id="rId2"/>
    <p:sldLayoutId id="2147484014" r:id="rId3"/>
    <p:sldLayoutId id="2147483965" r:id="rId4"/>
    <p:sldLayoutId id="2147483967" r:id="rId5"/>
    <p:sldLayoutId id="2147483995" r:id="rId6"/>
    <p:sldLayoutId id="2147484007" r:id="rId7"/>
    <p:sldLayoutId id="2147484010" r:id="rId8"/>
    <p:sldLayoutId id="2147484011" r:id="rId9"/>
    <p:sldLayoutId id="2147484015" r:id="rId10"/>
    <p:sldLayoutId id="2147483998" r:id="rId11"/>
    <p:sldLayoutId id="2147484027" r:id="rId12"/>
    <p:sldLayoutId id="2147484029" r:id="rId13"/>
  </p:sldLayoutIdLst>
  <p:transition spd="slow">
    <p:wipe/>
  </p:transition>
  <p:txStyles>
    <p:titleStyle>
      <a:lvl1pPr algn="l" defTabSz="684213" rtl="0" eaLnBrk="1" fontAlgn="base" hangingPunct="1">
        <a:lnSpc>
          <a:spcPct val="80000"/>
        </a:lnSpc>
        <a:spcBef>
          <a:spcPct val="0"/>
        </a:spcBef>
        <a:spcAft>
          <a:spcPct val="0"/>
        </a:spcAft>
        <a:defRPr lang="en-US" sz="3200" kern="1200" dirty="0">
          <a:solidFill>
            <a:schemeClr val="accent4"/>
          </a:solidFill>
          <a:latin typeface="+mj-lt"/>
          <a:ea typeface="ＭＳ Ｐゴシック" charset="0"/>
          <a:cs typeface="CiscoSans"/>
        </a:defRPr>
      </a:lvl1pPr>
      <a:lvl2pPr algn="l" defTabSz="684213" rtl="0" eaLnBrk="1" fontAlgn="base" hangingPunct="1">
        <a:lnSpc>
          <a:spcPct val="80000"/>
        </a:lnSpc>
        <a:spcBef>
          <a:spcPct val="0"/>
        </a:spcBef>
        <a:spcAft>
          <a:spcPct val="0"/>
        </a:spcAft>
        <a:defRPr sz="3200">
          <a:solidFill>
            <a:srgbClr val="676767"/>
          </a:solidFill>
          <a:latin typeface="Arial" charset="0"/>
          <a:ea typeface="ＭＳ Ｐゴシック" charset="0"/>
          <a:cs typeface="CiscoSans" pitchFamily="34" charset="0"/>
        </a:defRPr>
      </a:lvl2pPr>
      <a:lvl3pPr algn="l" defTabSz="684213" rtl="0" eaLnBrk="1" fontAlgn="base" hangingPunct="1">
        <a:lnSpc>
          <a:spcPct val="80000"/>
        </a:lnSpc>
        <a:spcBef>
          <a:spcPct val="0"/>
        </a:spcBef>
        <a:spcAft>
          <a:spcPct val="0"/>
        </a:spcAft>
        <a:defRPr sz="3200">
          <a:solidFill>
            <a:srgbClr val="676767"/>
          </a:solidFill>
          <a:latin typeface="Arial" charset="0"/>
          <a:ea typeface="ＭＳ Ｐゴシック" charset="0"/>
          <a:cs typeface="CiscoSans" pitchFamily="34" charset="0"/>
        </a:defRPr>
      </a:lvl3pPr>
      <a:lvl4pPr algn="l" defTabSz="684213" rtl="0" eaLnBrk="1" fontAlgn="base" hangingPunct="1">
        <a:lnSpc>
          <a:spcPct val="80000"/>
        </a:lnSpc>
        <a:spcBef>
          <a:spcPct val="0"/>
        </a:spcBef>
        <a:spcAft>
          <a:spcPct val="0"/>
        </a:spcAft>
        <a:defRPr sz="3200">
          <a:solidFill>
            <a:srgbClr val="676767"/>
          </a:solidFill>
          <a:latin typeface="Arial" charset="0"/>
          <a:ea typeface="ＭＳ Ｐゴシック" charset="0"/>
          <a:cs typeface="CiscoSans" pitchFamily="34" charset="0"/>
        </a:defRPr>
      </a:lvl4pPr>
      <a:lvl5pPr algn="l" defTabSz="684213" rtl="0" eaLnBrk="1" fontAlgn="base" hangingPunct="1">
        <a:lnSpc>
          <a:spcPct val="80000"/>
        </a:lnSpc>
        <a:spcBef>
          <a:spcPct val="0"/>
        </a:spcBef>
        <a:spcAft>
          <a:spcPct val="0"/>
        </a:spcAft>
        <a:defRPr sz="3200">
          <a:solidFill>
            <a:srgbClr val="676767"/>
          </a:solidFill>
          <a:latin typeface="Arial" charset="0"/>
          <a:ea typeface="ＭＳ Ｐゴシック" charset="0"/>
          <a:cs typeface="CiscoSans" pitchFamily="34" charset="0"/>
        </a:defRPr>
      </a:lvl5pPr>
      <a:lvl6pPr marL="457200" algn="l" defTabSz="684213" rtl="0" eaLnBrk="1" fontAlgn="base" hangingPunct="1">
        <a:lnSpc>
          <a:spcPct val="80000"/>
        </a:lnSpc>
        <a:spcBef>
          <a:spcPct val="0"/>
        </a:spcBef>
        <a:spcAft>
          <a:spcPct val="0"/>
        </a:spcAft>
        <a:defRPr sz="3200">
          <a:solidFill>
            <a:srgbClr val="676767"/>
          </a:solidFill>
          <a:latin typeface="Arial" charset="0"/>
          <a:ea typeface="ＭＳ Ｐゴシック" charset="0"/>
        </a:defRPr>
      </a:lvl6pPr>
      <a:lvl7pPr marL="914400" algn="l" defTabSz="684213" rtl="0" eaLnBrk="1" fontAlgn="base" hangingPunct="1">
        <a:lnSpc>
          <a:spcPct val="80000"/>
        </a:lnSpc>
        <a:spcBef>
          <a:spcPct val="0"/>
        </a:spcBef>
        <a:spcAft>
          <a:spcPct val="0"/>
        </a:spcAft>
        <a:defRPr sz="3200">
          <a:solidFill>
            <a:srgbClr val="676767"/>
          </a:solidFill>
          <a:latin typeface="Arial" charset="0"/>
          <a:ea typeface="ＭＳ Ｐゴシック" charset="0"/>
        </a:defRPr>
      </a:lvl7pPr>
      <a:lvl8pPr marL="1371600" algn="l" defTabSz="684213" rtl="0" eaLnBrk="1" fontAlgn="base" hangingPunct="1">
        <a:lnSpc>
          <a:spcPct val="80000"/>
        </a:lnSpc>
        <a:spcBef>
          <a:spcPct val="0"/>
        </a:spcBef>
        <a:spcAft>
          <a:spcPct val="0"/>
        </a:spcAft>
        <a:defRPr sz="3200">
          <a:solidFill>
            <a:srgbClr val="676767"/>
          </a:solidFill>
          <a:latin typeface="Arial" charset="0"/>
          <a:ea typeface="ＭＳ Ｐゴシック" charset="0"/>
        </a:defRPr>
      </a:lvl8pPr>
      <a:lvl9pPr marL="1828800" algn="l" defTabSz="684213" rtl="0" eaLnBrk="1" fontAlgn="base" hangingPunct="1">
        <a:lnSpc>
          <a:spcPct val="80000"/>
        </a:lnSpc>
        <a:spcBef>
          <a:spcPct val="0"/>
        </a:spcBef>
        <a:spcAft>
          <a:spcPct val="0"/>
        </a:spcAft>
        <a:defRPr sz="3200">
          <a:solidFill>
            <a:srgbClr val="676767"/>
          </a:solidFill>
          <a:latin typeface="Arial" charset="0"/>
          <a:ea typeface="ＭＳ Ｐゴシック" charset="0"/>
        </a:defRPr>
      </a:lvl9pPr>
    </p:titleStyle>
    <p:bodyStyle>
      <a:lvl1pPr marL="169863" indent="-169863" algn="l" defTabSz="684213" rtl="0" eaLnBrk="1" fontAlgn="base" hangingPunct="1">
        <a:lnSpc>
          <a:spcPct val="95000"/>
        </a:lnSpc>
        <a:spcBef>
          <a:spcPts val="1075"/>
        </a:spcBef>
        <a:spcAft>
          <a:spcPct val="0"/>
        </a:spcAft>
        <a:buClr>
          <a:schemeClr val="tx2"/>
        </a:buClr>
        <a:buSzPct val="90000"/>
        <a:buFont typeface="Arial" charset="0"/>
        <a:buChar char="•"/>
        <a:defRPr lang="en-US" sz="1500" kern="1200" dirty="0">
          <a:solidFill>
            <a:schemeClr val="tx1"/>
          </a:solidFill>
          <a:latin typeface="+mn-lt"/>
          <a:ea typeface="ＭＳ Ｐゴシック" charset="0"/>
          <a:cs typeface="CiscoSans"/>
        </a:defRPr>
      </a:lvl1pPr>
      <a:lvl2pPr marL="358775" indent="-215900" algn="l" defTabSz="684213" rtl="0" eaLnBrk="1" fontAlgn="base" hangingPunct="1">
        <a:lnSpc>
          <a:spcPct val="95000"/>
        </a:lnSpc>
        <a:spcBef>
          <a:spcPts val="600"/>
        </a:spcBef>
        <a:spcAft>
          <a:spcPct val="0"/>
        </a:spcAft>
        <a:buClr>
          <a:schemeClr val="tx2"/>
        </a:buClr>
        <a:buFont typeface="Arial" charset="0"/>
        <a:buChar char="•"/>
        <a:defRPr lang="en-US" sz="1400" kern="1200" dirty="0">
          <a:solidFill>
            <a:schemeClr val="tx1"/>
          </a:solidFill>
          <a:latin typeface="+mn-lt"/>
          <a:ea typeface="ＭＳ Ｐゴシック" charset="0"/>
          <a:cs typeface="CiscoSans"/>
        </a:defRPr>
      </a:lvl2pPr>
      <a:lvl3pPr marL="431800" indent="-169863" algn="l" defTabSz="684213" rtl="0" eaLnBrk="1" fontAlgn="base" hangingPunct="1">
        <a:lnSpc>
          <a:spcPct val="95000"/>
        </a:lnSpc>
        <a:spcBef>
          <a:spcPts val="625"/>
        </a:spcBef>
        <a:spcAft>
          <a:spcPct val="0"/>
        </a:spcAft>
        <a:buFont typeface="Arial" charset="0"/>
        <a:buChar char="•"/>
        <a:defRPr lang="en-US" sz="1200" kern="1200" dirty="0">
          <a:solidFill>
            <a:schemeClr val="tx1"/>
          </a:solidFill>
          <a:latin typeface="+mn-lt"/>
          <a:ea typeface="ＭＳ Ｐゴシック" charset="0"/>
          <a:cs typeface="CiscoSans"/>
        </a:defRPr>
      </a:lvl3pPr>
      <a:lvl4pPr marL="503238" indent="-169863" algn="l" defTabSz="684213" rtl="0" eaLnBrk="1" fontAlgn="base" hangingPunct="1">
        <a:lnSpc>
          <a:spcPct val="95000"/>
        </a:lnSpc>
        <a:spcBef>
          <a:spcPts val="625"/>
        </a:spcBef>
        <a:spcAft>
          <a:spcPct val="0"/>
        </a:spcAft>
        <a:buFont typeface="Arial" charset="0"/>
        <a:buChar char="•"/>
        <a:defRPr lang="en-US" sz="1100" kern="1200" dirty="0">
          <a:solidFill>
            <a:schemeClr val="tx1"/>
          </a:solidFill>
          <a:latin typeface="+mn-lt"/>
          <a:ea typeface="ＭＳ Ｐゴシック" charset="0"/>
          <a:cs typeface="CiscoSans"/>
        </a:defRPr>
      </a:lvl4pPr>
      <a:lvl5pPr marL="574675" indent="-169863" algn="l" defTabSz="684213" rtl="0" eaLnBrk="1" fontAlgn="base" hangingPunct="1">
        <a:lnSpc>
          <a:spcPct val="95000"/>
        </a:lnSpc>
        <a:spcBef>
          <a:spcPts val="625"/>
        </a:spcBef>
        <a:spcAft>
          <a:spcPct val="0"/>
        </a:spcAft>
        <a:buFont typeface="Arial" charset="0"/>
        <a:buChar char="•"/>
        <a:defRPr lang="en-US" sz="1100" kern="1200" dirty="0">
          <a:solidFill>
            <a:schemeClr val="tx1"/>
          </a:solidFill>
          <a:latin typeface="+mn-lt"/>
          <a:ea typeface="ＭＳ Ｐゴシック" charset="0"/>
          <a:cs typeface="CiscoSans"/>
        </a:defRPr>
      </a:lvl5pPr>
      <a:lvl6pPr marL="863856" indent="-171445" algn="l" defTabSz="685777" rtl="0" eaLnBrk="1" latinLnBrk="0" hangingPunct="1">
        <a:spcBef>
          <a:spcPts val="600"/>
        </a:spcBef>
        <a:buFont typeface="Arial" pitchFamily="34" charset="0"/>
        <a:buChar char="•"/>
        <a:defRPr sz="9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935844" indent="-171422" algn="l" defTabSz="685777" rtl="0" eaLnBrk="1" latinLnBrk="0" hangingPunct="1">
        <a:spcBef>
          <a:spcPts val="600"/>
        </a:spcBef>
        <a:buFont typeface="Arial" pitchFamily="34" charset="0"/>
        <a:buChar char="•"/>
        <a:defRPr sz="8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400220" indent="0" algn="l" defTabSz="685777" rtl="0" eaLnBrk="1" latinLnBrk="0" hangingPunct="1">
        <a:spcBef>
          <a:spcPct val="20000"/>
        </a:spcBef>
        <a:buFont typeface="Arial" pitchFamily="34" charset="0"/>
        <a:buNone/>
        <a:defRPr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2914553" indent="-171445" algn="l" defTabSz="685777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777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1pPr>
      <a:lvl2pPr marL="342886" algn="l" defTabSz="685777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2pPr>
      <a:lvl3pPr marL="685777" algn="l" defTabSz="685777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028665" algn="l" defTabSz="685777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555" algn="l" defTabSz="685777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1714441" algn="l" defTabSz="685777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057332" algn="l" defTabSz="685777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2400220" algn="l" defTabSz="685777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2743110" algn="l" defTabSz="685777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620" userDrawn="1">
          <p15:clr>
            <a:srgbClr val="F26B43"/>
          </p15:clr>
        </p15:guide>
        <p15:guide id="2" pos="336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13.xml"/><Relationship Id="rId1" Type="http://schemas.openxmlformats.org/officeDocument/2006/relationships/tags" Target="../tags/tag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4.xml"/><Relationship Id="rId1" Type="http://schemas.openxmlformats.org/officeDocument/2006/relationships/tags" Target="../tags/tag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13.xml"/><Relationship Id="rId1" Type="http://schemas.openxmlformats.org/officeDocument/2006/relationships/tags" Target="../tags/tag5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.xml"/><Relationship Id="rId2" Type="http://schemas.openxmlformats.org/officeDocument/2006/relationships/slideLayout" Target="../slideLayouts/slideLayout4.xml"/><Relationship Id="rId1" Type="http://schemas.openxmlformats.org/officeDocument/2006/relationships/tags" Target="../tags/tag6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2.xml"/><Relationship Id="rId2" Type="http://schemas.openxmlformats.org/officeDocument/2006/relationships/slideLayout" Target="../slideLayouts/slideLayout13.xml"/><Relationship Id="rId1" Type="http://schemas.openxmlformats.org/officeDocument/2006/relationships/tags" Target="../tags/tag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3.xml"/><Relationship Id="rId2" Type="http://schemas.openxmlformats.org/officeDocument/2006/relationships/slideLayout" Target="../slideLayouts/slideLayout13.xml"/><Relationship Id="rId1" Type="http://schemas.openxmlformats.org/officeDocument/2006/relationships/tags" Target="../tags/tag8.xml"/><Relationship Id="rId4" Type="http://schemas.openxmlformats.org/officeDocument/2006/relationships/image" Target="../media/image9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4.xml"/><Relationship Id="rId2" Type="http://schemas.openxmlformats.org/officeDocument/2006/relationships/slideLayout" Target="../slideLayouts/slideLayout13.xml"/><Relationship Id="rId1" Type="http://schemas.openxmlformats.org/officeDocument/2006/relationships/tags" Target="../tags/tag9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5.xml"/><Relationship Id="rId2" Type="http://schemas.openxmlformats.org/officeDocument/2006/relationships/slideLayout" Target="../slideLayouts/slideLayout13.xml"/><Relationship Id="rId1" Type="http://schemas.openxmlformats.org/officeDocument/2006/relationships/tags" Target="../tags/tag10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6.xml"/><Relationship Id="rId2" Type="http://schemas.openxmlformats.org/officeDocument/2006/relationships/slideLayout" Target="../slideLayouts/slideLayout4.xml"/><Relationship Id="rId1" Type="http://schemas.openxmlformats.org/officeDocument/2006/relationships/tags" Target="../tags/tag1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3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3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3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3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3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3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3.xml"/><Relationship Id="rId2" Type="http://schemas.openxmlformats.org/officeDocument/2006/relationships/slideLayout" Target="../slideLayouts/slideLayout4.xml"/><Relationship Id="rId1" Type="http://schemas.openxmlformats.org/officeDocument/2006/relationships/tags" Target="../tags/tag1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3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3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3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3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3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9.xml"/><Relationship Id="rId2" Type="http://schemas.openxmlformats.org/officeDocument/2006/relationships/slideLayout" Target="../slideLayouts/slideLayout4.xml"/><Relationship Id="rId1" Type="http://schemas.openxmlformats.org/officeDocument/2006/relationships/tags" Target="../tags/tag13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16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3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19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21.png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3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3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6.xml"/><Relationship Id="rId2" Type="http://schemas.openxmlformats.org/officeDocument/2006/relationships/slideLayout" Target="../slideLayouts/slideLayout4.xml"/><Relationship Id="rId1" Type="http://schemas.openxmlformats.org/officeDocument/2006/relationships/tags" Target="../tags/tag14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3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3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3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ctrTitle"/>
          </p:nvPr>
        </p:nvSpPr>
        <p:spPr>
          <a:xfrm>
            <a:off x="291366" y="2125682"/>
            <a:ext cx="7237590" cy="1270941"/>
          </a:xfrm>
        </p:spPr>
        <p:txBody>
          <a:bodyPr/>
          <a:lstStyle/>
          <a:p>
            <a:r>
              <a:rPr lang="en-US" sz="4600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Module 8: Network Layer</a:t>
            </a:r>
          </a:p>
        </p:txBody>
      </p:sp>
      <p:sp>
        <p:nvSpPr>
          <p:cNvPr id="7" name="Subtitle 6"/>
          <p:cNvSpPr>
            <a:spLocks noGrp="1"/>
          </p:cNvSpPr>
          <p:nvPr>
            <p:ph type="subTitle" idx="1"/>
          </p:nvPr>
        </p:nvSpPr>
        <p:spPr>
          <a:xfrm>
            <a:off x="469497" y="3809526"/>
            <a:ext cx="2368954" cy="902174"/>
          </a:xfrm>
        </p:spPr>
        <p:txBody>
          <a:bodyPr/>
          <a:lstStyle/>
          <a:p>
            <a:r>
              <a:rPr lang="en-US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Introduction to Networks v7.0 (ITN)</a:t>
            </a:r>
          </a:p>
          <a:p>
            <a:endParaRPr lang="en-US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989389863"/>
      </p:ext>
    </p:extLst>
  </p:cSld>
  <p:clrMapOvr>
    <a:masterClrMapping/>
  </p:clrMapOvr>
  <p:transition spd="slow">
    <p:wip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33"/>
          <p:cNvSpPr>
            <a:spLocks noGrp="1" noChangeArrowheads="1"/>
          </p:cNvSpPr>
          <p:nvPr>
            <p:ph type="title"/>
          </p:nvPr>
        </p:nvSpPr>
        <p:spPr>
          <a:xfrm>
            <a:off x="1" y="41394"/>
            <a:ext cx="9144000" cy="612812"/>
          </a:xfrm>
        </p:spPr>
        <p:txBody>
          <a:bodyPr/>
          <a:lstStyle/>
          <a:p>
            <a:pPr eaLnBrk="1" hangingPunct="1"/>
            <a:r>
              <a:rPr lang="en-US" dirty="0"/>
              <a:t>Module 8: Topics</a:t>
            </a:r>
          </a:p>
        </p:txBody>
      </p:sp>
      <p:sp>
        <p:nvSpPr>
          <p:cNvPr id="6147" name="Rectangle 34"/>
          <p:cNvSpPr>
            <a:spLocks noGrp="1" noChangeArrowheads="1"/>
          </p:cNvSpPr>
          <p:nvPr>
            <p:ph idx="1"/>
          </p:nvPr>
        </p:nvSpPr>
        <p:spPr>
          <a:xfrm>
            <a:off x="99461" y="654206"/>
            <a:ext cx="8769026" cy="281711"/>
          </a:xfrm>
        </p:spPr>
        <p:txBody>
          <a:bodyPr/>
          <a:lstStyle/>
          <a:p>
            <a:pPr marL="0" indent="0">
              <a:spcBef>
                <a:spcPct val="30000"/>
              </a:spcBef>
              <a:buNone/>
            </a:pPr>
            <a:r>
              <a:rPr lang="en-US" dirty="0"/>
              <a:t>What will I learn to do in this module?</a:t>
            </a:r>
            <a:endParaRPr lang="en-US" dirty="0">
              <a:solidFill>
                <a:srgbClr val="00B0F0"/>
              </a:solidFill>
            </a:endParaRPr>
          </a:p>
          <a:p>
            <a:pPr marL="0" indent="0">
              <a:spcBef>
                <a:spcPct val="30000"/>
              </a:spcBef>
              <a:buNone/>
            </a:pPr>
            <a:endParaRPr lang="en-US" dirty="0"/>
          </a:p>
          <a:p>
            <a:pPr marL="89297" indent="0">
              <a:spcBef>
                <a:spcPct val="30000"/>
              </a:spcBef>
              <a:buNone/>
            </a:pPr>
            <a:endParaRPr lang="en-US" dirty="0"/>
          </a:p>
          <a:p>
            <a:pPr marL="89297" indent="0">
              <a:spcBef>
                <a:spcPct val="30000"/>
              </a:spcBef>
              <a:buNone/>
            </a:pPr>
            <a:endParaRPr lang="en-US" dirty="0"/>
          </a:p>
        </p:txBody>
      </p:sp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1238170"/>
              </p:ext>
            </p:extLst>
          </p:nvPr>
        </p:nvGraphicFramePr>
        <p:xfrm>
          <a:off x="522512" y="1140033"/>
          <a:ext cx="8348355" cy="2835116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7151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63323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01216">
                <a:tc>
                  <a:txBody>
                    <a:bodyPr/>
                    <a:lstStyle/>
                    <a:p>
                      <a:r>
                        <a:rPr lang="en-US" b="1">
                          <a:effectLst/>
                        </a:rPr>
                        <a:t>Topic Title</a:t>
                      </a:r>
                      <a:endParaRPr lang="en-US"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b="1"/>
                        <a:t>Topic Objective</a:t>
                      </a:r>
                      <a:endParaRPr lang="en-US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2431">
                <a:tc>
                  <a:txBody>
                    <a:bodyPr/>
                    <a:lstStyle/>
                    <a:p>
                      <a:r>
                        <a:rPr lang="en-US" b="1" dirty="0"/>
                        <a:t>Network Layer Characteristics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Explain how the network layer uses IP protocols for reliable communications.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2431">
                <a:tc>
                  <a:txBody>
                    <a:bodyPr/>
                    <a:lstStyle/>
                    <a:p>
                      <a:r>
                        <a:rPr lang="en-US" b="1"/>
                        <a:t>IPv4 Packet</a:t>
                      </a:r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Explain the role of the major header fields in the IPv4 packet.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2431">
                <a:tc>
                  <a:txBody>
                    <a:bodyPr/>
                    <a:lstStyle/>
                    <a:p>
                      <a:r>
                        <a:rPr lang="en-US" b="1"/>
                        <a:t>IPv6 Packet</a:t>
                      </a:r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Explain the role of the major header fields in the IPv6 packet.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03647">
                <a:tc>
                  <a:txBody>
                    <a:bodyPr/>
                    <a:lstStyle/>
                    <a:p>
                      <a:r>
                        <a:rPr lang="en-US" b="1"/>
                        <a:t>How a Host Routes</a:t>
                      </a:r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Explain how network devices use routing tables to direct packets to a destination network.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03647">
                <a:tc>
                  <a:txBody>
                    <a:bodyPr/>
                    <a:lstStyle/>
                    <a:p>
                      <a:r>
                        <a:rPr lang="en-US" b="1"/>
                        <a:t>Router Routing Tables</a:t>
                      </a:r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Explain the function of fields in the routing table of a router.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  <p:custDataLst>
      <p:tags r:id="rId1"/>
    </p:custDataLst>
    <p:extLst>
      <p:ext uri="{BB962C8B-B14F-4D97-AF65-F5344CB8AC3E}">
        <p14:creationId xmlns:p14="http://schemas.microsoft.com/office/powerpoint/2010/main" val="3381894665"/>
      </p:ext>
    </p:extLst>
  </p:cSld>
  <p:clrMapOvr>
    <a:masterClrMapping/>
  </p:clrMapOvr>
  <p:transition spd="slow">
    <p:wip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16425" y="915409"/>
            <a:ext cx="7598042" cy="1802391"/>
          </a:xfrm>
        </p:spPr>
        <p:txBody>
          <a:bodyPr/>
          <a:lstStyle/>
          <a:p>
            <a:r>
              <a:rPr lang="en-US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8.1 Network Layer Characteristics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673099643"/>
      </p:ext>
    </p:extLst>
  </p:cSld>
  <p:clrMapOvr>
    <a:masterClrMapping/>
  </p:clrMapOvr>
  <p:transition spd="slow">
    <p:wip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ChangeArrowheads="1"/>
          </p:cNvSpPr>
          <p:nvPr>
            <p:ph type="title"/>
          </p:nvPr>
        </p:nvSpPr>
        <p:spPr>
          <a:xfrm>
            <a:off x="1" y="41393"/>
            <a:ext cx="5270088" cy="789880"/>
          </a:xfrm>
        </p:spPr>
        <p:txBody>
          <a:bodyPr/>
          <a:lstStyle/>
          <a:p>
            <a:r>
              <a:rPr lang="en-US" altLang="en-US" sz="1600" dirty="0"/>
              <a:t>Network Layer Characteristics</a:t>
            </a:r>
            <a:br>
              <a:rPr lang="en-US" altLang="en-US" dirty="0"/>
            </a:br>
            <a:r>
              <a:rPr lang="en-US" altLang="en-US" dirty="0"/>
              <a:t>The Network Layer</a:t>
            </a:r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118753" y="834570"/>
            <a:ext cx="5151336" cy="3176991"/>
          </a:xfrm>
        </p:spPr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en-US" sz="1600" dirty="0"/>
              <a:t>Provides services to allow end devices to exchange data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600" dirty="0"/>
              <a:t>IP version 4 (IPv4) and IP version 6 (IPv6) are the principle network layer communication protocols.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600" dirty="0"/>
              <a:t>The network layer performs four basic operations: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1600" dirty="0"/>
              <a:t>Addressing end devices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1600" dirty="0"/>
              <a:t>Encapsulation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1600" dirty="0"/>
              <a:t>Routing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1600" dirty="0"/>
              <a:t>De-encapsulation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51862" y="100234"/>
            <a:ext cx="3067269" cy="2016517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70088" y="2355550"/>
            <a:ext cx="3230819" cy="2458145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2342478232"/>
      </p:ext>
    </p:extLst>
  </p:cSld>
  <p:clrMapOvr>
    <a:masterClrMapping/>
  </p:clrMapOvr>
  <p:transition spd="slow">
    <p:wip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1600" dirty="0"/>
              <a:t>Network Layer Characteristics</a:t>
            </a:r>
            <a:br>
              <a:rPr lang="en-US" altLang="en-US" dirty="0"/>
            </a:br>
            <a:r>
              <a:rPr lang="en-US" altLang="en-US" dirty="0"/>
              <a:t>IP Encapsulation</a:t>
            </a:r>
          </a:p>
        </p:txBody>
      </p:sp>
      <p:sp>
        <p:nvSpPr>
          <p:cNvPr id="8195" name="Rectangle 6"/>
          <p:cNvSpPr>
            <a:spLocks noGrp="1" noChangeArrowheads="1"/>
          </p:cNvSpPr>
          <p:nvPr>
            <p:ph idx="1"/>
          </p:nvPr>
        </p:nvSpPr>
        <p:spPr>
          <a:xfrm>
            <a:off x="124609" y="905949"/>
            <a:ext cx="3700139" cy="3764374"/>
          </a:xfrm>
        </p:spPr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en-US" sz="1600" dirty="0"/>
              <a:t>IP encapsulates the transport layer segment.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600" dirty="0"/>
              <a:t>IP can use either an IPv4 or IPv6 packet and not impact the layer 4 segment.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600" dirty="0"/>
              <a:t>IP packet will be examined by all layer 3 devices as it traverses the network.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600" dirty="0"/>
              <a:t>The IP addressing does not change from source to destination.</a:t>
            </a:r>
          </a:p>
          <a:p>
            <a:pPr marL="0" indent="0">
              <a:buNone/>
            </a:pPr>
            <a:r>
              <a:rPr lang="en-US" sz="1600" b="1" dirty="0"/>
              <a:t>Note: </a:t>
            </a:r>
            <a:r>
              <a:rPr lang="en-US" sz="1600" dirty="0"/>
              <a:t>NAT will change addressing, but will be discussed in a later module.</a:t>
            </a:r>
          </a:p>
          <a:p>
            <a:pPr lvl="1"/>
            <a:endParaRPr lang="en-US" dirty="0">
              <a:effectLst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24747" y="905949"/>
            <a:ext cx="5126909" cy="29069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29212767"/>
      </p:ext>
    </p:extLst>
  </p:cSld>
  <p:clrMapOvr>
    <a:masterClrMapping/>
  </p:clrMapOvr>
  <p:transition spd="slow">
    <p:wip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1600" dirty="0"/>
              <a:t>Network Layer Characteristics</a:t>
            </a:r>
            <a:br>
              <a:rPr lang="en-US" altLang="en-US" dirty="0"/>
            </a:br>
            <a:r>
              <a:rPr lang="en-US" altLang="en-US" dirty="0" err="1"/>
              <a:t>Characteristics</a:t>
            </a:r>
            <a:r>
              <a:rPr lang="en-US" altLang="en-US" dirty="0"/>
              <a:t> of IP</a:t>
            </a:r>
          </a:p>
        </p:txBody>
      </p:sp>
      <p:sp>
        <p:nvSpPr>
          <p:cNvPr id="8195" name="Rectangle 6"/>
          <p:cNvSpPr>
            <a:spLocks noGrp="1" noChangeArrowheads="1"/>
          </p:cNvSpPr>
          <p:nvPr>
            <p:ph idx="1"/>
          </p:nvPr>
        </p:nvSpPr>
        <p:spPr>
          <a:xfrm>
            <a:off x="124608" y="894073"/>
            <a:ext cx="9019391" cy="1947450"/>
          </a:xfrm>
        </p:spPr>
        <p:txBody>
          <a:bodyPr/>
          <a:lstStyle/>
          <a:p>
            <a:pPr marL="0" indent="0">
              <a:buNone/>
            </a:pPr>
            <a:r>
              <a:rPr lang="en-US" sz="1800" dirty="0"/>
              <a:t>IP is meant to have low overhead and may be described as:</a:t>
            </a:r>
          </a:p>
          <a:p>
            <a:pPr lvl="1"/>
            <a:r>
              <a:rPr lang="en-US" sz="1800" dirty="0"/>
              <a:t>Connectionless </a:t>
            </a:r>
          </a:p>
          <a:p>
            <a:pPr lvl="1"/>
            <a:r>
              <a:rPr lang="en-US" sz="1800" dirty="0"/>
              <a:t>Best Effort</a:t>
            </a:r>
          </a:p>
          <a:p>
            <a:pPr lvl="1"/>
            <a:r>
              <a:rPr lang="en-US" sz="1800" dirty="0"/>
              <a:t>Media Independent</a:t>
            </a:r>
          </a:p>
        </p:txBody>
      </p:sp>
    </p:spTree>
    <p:extLst>
      <p:ext uri="{BB962C8B-B14F-4D97-AF65-F5344CB8AC3E}">
        <p14:creationId xmlns:p14="http://schemas.microsoft.com/office/powerpoint/2010/main" val="3220549253"/>
      </p:ext>
    </p:extLst>
  </p:cSld>
  <p:clrMapOvr>
    <a:masterClrMapping/>
  </p:clrMapOvr>
  <p:transition spd="slow">
    <p:wip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1600" dirty="0"/>
              <a:t>Network Layer Characteristics</a:t>
            </a:r>
            <a:br>
              <a:rPr lang="en-US" altLang="en-US" dirty="0"/>
            </a:br>
            <a:r>
              <a:rPr lang="en-US" altLang="en-US" dirty="0"/>
              <a:t>Connectionless</a:t>
            </a:r>
          </a:p>
        </p:txBody>
      </p:sp>
      <p:sp>
        <p:nvSpPr>
          <p:cNvPr id="8195" name="Rectangle 6"/>
          <p:cNvSpPr>
            <a:spLocks noGrp="1" noChangeArrowheads="1"/>
          </p:cNvSpPr>
          <p:nvPr>
            <p:ph idx="1"/>
          </p:nvPr>
        </p:nvSpPr>
        <p:spPr>
          <a:xfrm>
            <a:off x="100858" y="858446"/>
            <a:ext cx="8853286" cy="2110086"/>
          </a:xfrm>
        </p:spPr>
        <p:txBody>
          <a:bodyPr/>
          <a:lstStyle/>
          <a:p>
            <a:pPr marL="0" indent="0">
              <a:buNone/>
            </a:pPr>
            <a:r>
              <a:rPr lang="en-US" sz="1600" dirty="0"/>
              <a:t>IP is Connectionless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600" dirty="0"/>
              <a:t>IP does not establish a connection with the destination before sending the packet.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600" dirty="0"/>
              <a:t>There is no control information needed (synchronizations, acknowledgments, etc.).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600" dirty="0"/>
              <a:t>The destination will receive the packet when it arrives, but no pre-notifications are sent by IP.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600" dirty="0"/>
              <a:t>If there is a need for connection-oriented traffic, then another protocol will handle this (typically TCP at the transport layer).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29823" y="3028034"/>
            <a:ext cx="5884353" cy="17315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87744275"/>
      </p:ext>
    </p:extLst>
  </p:cSld>
  <p:clrMapOvr>
    <a:masterClrMapping/>
  </p:clrMapOvr>
  <p:transition spd="slow">
    <p:wip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1600" dirty="0"/>
              <a:t>Network Layer Characteristics</a:t>
            </a:r>
            <a:br>
              <a:rPr lang="en-US" altLang="en-US" dirty="0"/>
            </a:br>
            <a:r>
              <a:rPr lang="en-US" altLang="en-US" dirty="0"/>
              <a:t>Best Effort</a:t>
            </a:r>
          </a:p>
        </p:txBody>
      </p:sp>
      <p:sp>
        <p:nvSpPr>
          <p:cNvPr id="8195" name="Rectangle 6"/>
          <p:cNvSpPr>
            <a:spLocks noGrp="1" noChangeArrowheads="1"/>
          </p:cNvSpPr>
          <p:nvPr>
            <p:ph idx="1"/>
          </p:nvPr>
        </p:nvSpPr>
        <p:spPr>
          <a:xfrm>
            <a:off x="100858" y="858446"/>
            <a:ext cx="3773052" cy="2849664"/>
          </a:xfrm>
        </p:spPr>
        <p:txBody>
          <a:bodyPr/>
          <a:lstStyle/>
          <a:p>
            <a:pPr marL="0" indent="0">
              <a:buNone/>
            </a:pPr>
            <a:r>
              <a:rPr lang="en-US" sz="1600" dirty="0"/>
              <a:t>IP is Best Effort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600" dirty="0"/>
              <a:t>IP will not guarantee delivery of the packet.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600" dirty="0"/>
              <a:t>IP has reduced overhead since there is no mechanism to resend data that is not received.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600" dirty="0"/>
              <a:t>IP does not expect acknowledgments.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600" dirty="0"/>
              <a:t>IP does not know if the other device is operational or if it received the packet.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80503" y="858446"/>
            <a:ext cx="4831504" cy="28496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5267657"/>
      </p:ext>
    </p:extLst>
  </p:cSld>
  <p:clrMapOvr>
    <a:masterClrMapping/>
  </p:clrMapOvr>
  <p:transition spd="slow">
    <p:wip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1600" dirty="0"/>
              <a:t>Network Layer Characteristics</a:t>
            </a:r>
            <a:br>
              <a:rPr lang="en-US" altLang="en-US" dirty="0"/>
            </a:br>
            <a:r>
              <a:rPr lang="en-US" altLang="en-US" dirty="0"/>
              <a:t>Media Independent</a:t>
            </a:r>
          </a:p>
        </p:txBody>
      </p:sp>
      <p:sp>
        <p:nvSpPr>
          <p:cNvPr id="8195" name="Rectangle 6"/>
          <p:cNvSpPr>
            <a:spLocks noGrp="1" noChangeArrowheads="1"/>
          </p:cNvSpPr>
          <p:nvPr>
            <p:ph idx="1"/>
          </p:nvPr>
        </p:nvSpPr>
        <p:spPr>
          <a:xfrm>
            <a:off x="100858" y="798945"/>
            <a:ext cx="4028689" cy="3851714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IP is unreliable:  </a:t>
            </a:r>
          </a:p>
          <a:p>
            <a:pPr lvl="1"/>
            <a:r>
              <a:rPr lang="en-US" sz="1500" dirty="0"/>
              <a:t>It cannot manage or fix undelivered or corrupt packets.</a:t>
            </a:r>
          </a:p>
          <a:p>
            <a:pPr lvl="1"/>
            <a:r>
              <a:rPr lang="en-US" sz="1500" dirty="0"/>
              <a:t>IP cannot retransmit after an error.</a:t>
            </a:r>
          </a:p>
          <a:p>
            <a:pPr lvl="1"/>
            <a:r>
              <a:rPr lang="en-US" sz="1500" dirty="0"/>
              <a:t>IP cannot realign out of sequence packets.</a:t>
            </a:r>
          </a:p>
          <a:p>
            <a:pPr lvl="1"/>
            <a:r>
              <a:rPr lang="en-US" sz="1500" dirty="0"/>
              <a:t>IP must rely on other protocols for these functions.</a:t>
            </a:r>
          </a:p>
          <a:p>
            <a:pPr marL="0" indent="0">
              <a:buNone/>
            </a:pPr>
            <a:r>
              <a:rPr lang="en-US" dirty="0"/>
              <a:t>IP is media Independent:</a:t>
            </a:r>
          </a:p>
          <a:p>
            <a:pPr lvl="1"/>
            <a:r>
              <a:rPr lang="en-US" sz="1500" dirty="0"/>
              <a:t>IP does not concern itself with the type of frame required at the data link layer or the media type at the physical layer.</a:t>
            </a:r>
          </a:p>
          <a:p>
            <a:pPr lvl="1"/>
            <a:r>
              <a:rPr lang="en-US" sz="1500" dirty="0"/>
              <a:t>IP can be sent over any media type: copper, fiber, or wireless.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67199" y="1104038"/>
            <a:ext cx="4774017" cy="3176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79615737"/>
      </p:ext>
    </p:extLst>
  </p:cSld>
  <p:clrMapOvr>
    <a:masterClrMapping/>
  </p:clrMapOvr>
  <p:transition spd="slow">
    <p:wip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1600" dirty="0"/>
              <a:t>Network Layer Characteristics</a:t>
            </a:r>
            <a:br>
              <a:rPr lang="en-US" altLang="en-US" dirty="0"/>
            </a:br>
            <a:r>
              <a:rPr lang="en-US" altLang="en-US" dirty="0"/>
              <a:t>Media Independent (Contd.)</a:t>
            </a:r>
          </a:p>
        </p:txBody>
      </p:sp>
      <p:sp>
        <p:nvSpPr>
          <p:cNvPr id="8195" name="Rectangle 6"/>
          <p:cNvSpPr>
            <a:spLocks noGrp="1" noChangeArrowheads="1"/>
          </p:cNvSpPr>
          <p:nvPr>
            <p:ph idx="1"/>
          </p:nvPr>
        </p:nvSpPr>
        <p:spPr>
          <a:xfrm>
            <a:off x="100858" y="858445"/>
            <a:ext cx="4028689" cy="3792213"/>
          </a:xfrm>
        </p:spPr>
        <p:txBody>
          <a:bodyPr/>
          <a:lstStyle/>
          <a:p>
            <a:pPr marL="0" indent="0">
              <a:buNone/>
            </a:pPr>
            <a:r>
              <a:rPr lang="en-US" sz="1600" dirty="0"/>
              <a:t>The network layer will establish the Maximum Transmission Unit (MTU).</a:t>
            </a:r>
          </a:p>
          <a:p>
            <a:pPr lvl="1"/>
            <a:r>
              <a:rPr lang="en-US" sz="1600" dirty="0"/>
              <a:t>Network layer receives this from control information sent by the data link layer.</a:t>
            </a:r>
          </a:p>
          <a:p>
            <a:pPr lvl="1"/>
            <a:r>
              <a:rPr lang="en-US" sz="1600" dirty="0"/>
              <a:t>The network then establishes the MTU size.</a:t>
            </a:r>
          </a:p>
          <a:p>
            <a:pPr marL="0" indent="0">
              <a:buNone/>
            </a:pPr>
            <a:r>
              <a:rPr lang="en-US" sz="1600" dirty="0"/>
              <a:t>Fragmentation is when Layer 3 splits the IPv4 packet into smaller units.</a:t>
            </a:r>
          </a:p>
          <a:p>
            <a:pPr lvl="1"/>
            <a:r>
              <a:rPr lang="en-US" sz="1600" dirty="0"/>
              <a:t>Fragmenting causes latency.</a:t>
            </a:r>
          </a:p>
          <a:p>
            <a:pPr lvl="1"/>
            <a:r>
              <a:rPr lang="en-US" sz="1600" dirty="0"/>
              <a:t>IPv6 does not fragment packets.</a:t>
            </a:r>
          </a:p>
          <a:p>
            <a:pPr lvl="1"/>
            <a:r>
              <a:rPr lang="en-US" sz="1600" dirty="0"/>
              <a:t>Example: Router goes from Ethernet to a slow WAN with a smaller MTU</a:t>
            </a:r>
          </a:p>
          <a:p>
            <a:pPr lvl="1"/>
            <a:endParaRPr lang="en-US" dirty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67199" y="1104038"/>
            <a:ext cx="4774017" cy="3176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9308752"/>
      </p:ext>
    </p:extLst>
  </p:cSld>
  <p:clrMapOvr>
    <a:masterClrMapping/>
  </p:clrMapOvr>
  <p:transition spd="slow">
    <p:wip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16425" y="915409"/>
            <a:ext cx="7598042" cy="1802391"/>
          </a:xfrm>
        </p:spPr>
        <p:txBody>
          <a:bodyPr/>
          <a:lstStyle/>
          <a:p>
            <a:r>
              <a:rPr lang="en-US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8.2 IPv4 Packet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758337446"/>
      </p:ext>
    </p:extLst>
  </p:cSld>
  <p:clrMapOvr>
    <a:masterClrMapping/>
  </p:clrMapOvr>
  <p:transition spd="slow">
    <p:wip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1600" dirty="0"/>
              <a:t>IPv4 Packet</a:t>
            </a:r>
            <a:br>
              <a:rPr lang="en-US" altLang="en-US" dirty="0"/>
            </a:br>
            <a:r>
              <a:rPr lang="en-US" altLang="en-US" dirty="0"/>
              <a:t>IPv4 Packet Header</a:t>
            </a:r>
          </a:p>
        </p:txBody>
      </p:sp>
      <p:sp>
        <p:nvSpPr>
          <p:cNvPr id="8195" name="Rectangle 6"/>
          <p:cNvSpPr>
            <a:spLocks noGrp="1" noChangeArrowheads="1"/>
          </p:cNvSpPr>
          <p:nvPr>
            <p:ph idx="1"/>
          </p:nvPr>
        </p:nvSpPr>
        <p:spPr>
          <a:xfrm>
            <a:off x="246742" y="798946"/>
            <a:ext cx="8184025" cy="3497284"/>
          </a:xfrm>
        </p:spPr>
        <p:txBody>
          <a:bodyPr/>
          <a:lstStyle/>
          <a:p>
            <a:pPr marL="0" indent="0">
              <a:buNone/>
            </a:pPr>
            <a:r>
              <a:rPr lang="en-US" altLang="en-US" sz="1600" dirty="0"/>
              <a:t>IPv4 is the primary communication protocol for the network layer.</a:t>
            </a:r>
          </a:p>
          <a:p>
            <a:pPr marL="0" indent="0">
              <a:buNone/>
            </a:pPr>
            <a:r>
              <a:rPr lang="en-US" altLang="en-US" sz="1600" dirty="0"/>
              <a:t>The network header has many purposes:</a:t>
            </a:r>
          </a:p>
          <a:p>
            <a:pPr lvl="1"/>
            <a:r>
              <a:rPr lang="en-US" altLang="en-US" sz="1600" dirty="0"/>
              <a:t>It ensures the packet is sent in the correct direction (to the destination).</a:t>
            </a:r>
          </a:p>
          <a:p>
            <a:pPr lvl="1"/>
            <a:r>
              <a:rPr lang="en-US" altLang="en-US" sz="1600" dirty="0"/>
              <a:t>It contains information for network layer processing in various fields.</a:t>
            </a:r>
          </a:p>
          <a:p>
            <a:pPr lvl="1"/>
            <a:r>
              <a:rPr lang="en-US" altLang="en-US" sz="1600" dirty="0"/>
              <a:t>The information in the header is used by all layer 3 devices that handle the packet</a:t>
            </a:r>
          </a:p>
          <a:p>
            <a:pPr lvl="1"/>
            <a:endParaRPr lang="en-US" altLang="en-US" sz="1600" dirty="0"/>
          </a:p>
          <a:p>
            <a:pPr marL="0" indent="0">
              <a:buNone/>
            </a:pPr>
            <a:r>
              <a:rPr lang="en-US" altLang="ja-JP" sz="1600" dirty="0"/>
              <a:t> 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49223303"/>
      </p:ext>
    </p:extLst>
  </p:cSld>
  <p:clrMapOvr>
    <a:masterClrMapping/>
  </p:clrMapOvr>
  <p:transition spd="slow">
    <p:wip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1"/>
            <a:ext cx="9143999" cy="731520"/>
          </a:xfrm>
        </p:spPr>
        <p:txBody>
          <a:bodyPr/>
          <a:lstStyle/>
          <a:p>
            <a:r>
              <a:rPr lang="en-US" altLang="en-US" sz="1600" dirty="0"/>
              <a:t>IPv4 Packet</a:t>
            </a:r>
            <a:br>
              <a:rPr lang="en-US" altLang="en-US" dirty="0"/>
            </a:br>
            <a:r>
              <a:rPr lang="en-US" altLang="en-US" dirty="0"/>
              <a:t>IPv4 Packet Header Fields</a:t>
            </a:r>
          </a:p>
        </p:txBody>
      </p:sp>
      <p:sp>
        <p:nvSpPr>
          <p:cNvPr id="8195" name="Rectangle 6"/>
          <p:cNvSpPr>
            <a:spLocks noGrp="1" noChangeArrowheads="1"/>
          </p:cNvSpPr>
          <p:nvPr>
            <p:ph idx="1"/>
          </p:nvPr>
        </p:nvSpPr>
        <p:spPr>
          <a:xfrm>
            <a:off x="109728" y="792335"/>
            <a:ext cx="4690872" cy="2883553"/>
          </a:xfrm>
        </p:spPr>
        <p:txBody>
          <a:bodyPr/>
          <a:lstStyle/>
          <a:p>
            <a:pPr marL="0" indent="0">
              <a:buNone/>
            </a:pPr>
            <a:r>
              <a:rPr lang="en-US" altLang="ja-JP" sz="1600" dirty="0"/>
              <a:t>The IPv4 network header characteristics:</a:t>
            </a:r>
          </a:p>
          <a:p>
            <a:pPr lvl="1"/>
            <a:r>
              <a:rPr lang="en-US" altLang="ja-JP" sz="1600" dirty="0"/>
              <a:t>It is in binary.</a:t>
            </a:r>
          </a:p>
          <a:p>
            <a:pPr lvl="1"/>
            <a:r>
              <a:rPr lang="en-US" altLang="ja-JP" sz="1600" dirty="0"/>
              <a:t>Contains several fields of information</a:t>
            </a:r>
          </a:p>
          <a:p>
            <a:pPr lvl="1"/>
            <a:r>
              <a:rPr lang="en-US" altLang="ja-JP" sz="1600" dirty="0"/>
              <a:t>Diagram is read from left to right, 4 bytes per line</a:t>
            </a:r>
          </a:p>
          <a:p>
            <a:pPr lvl="1"/>
            <a:r>
              <a:rPr lang="en-US" altLang="ja-JP" sz="1600" dirty="0"/>
              <a:t>The two most important fields are the source and destination.</a:t>
            </a:r>
          </a:p>
          <a:p>
            <a:pPr marL="0" indent="0">
              <a:buNone/>
            </a:pPr>
            <a:endParaRPr lang="en-US" altLang="ja-JP" sz="1600" dirty="0"/>
          </a:p>
          <a:p>
            <a:pPr marL="0" indent="0">
              <a:buNone/>
            </a:pPr>
            <a:r>
              <a:rPr lang="en-US" altLang="ja-JP" sz="1600" dirty="0"/>
              <a:t>Protocols may have one or more functions.</a:t>
            </a: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82313" y="841248"/>
            <a:ext cx="4251960" cy="40805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703112685"/>
      </p:ext>
    </p:extLst>
  </p:cSld>
  <p:clrMapOvr>
    <a:masterClrMapping/>
  </p:clrMapOvr>
  <p:transition spd="slow">
    <p:wip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1"/>
            <a:ext cx="9143999" cy="731520"/>
          </a:xfrm>
        </p:spPr>
        <p:txBody>
          <a:bodyPr/>
          <a:lstStyle/>
          <a:p>
            <a:r>
              <a:rPr lang="en-US" altLang="en-US" sz="1600" dirty="0"/>
              <a:t>IPv4 Packet</a:t>
            </a:r>
            <a:br>
              <a:rPr lang="en-US" altLang="en-US" dirty="0"/>
            </a:br>
            <a:r>
              <a:rPr lang="en-US" altLang="en-US" dirty="0"/>
              <a:t>IPv4 Packet Header Fields</a:t>
            </a:r>
          </a:p>
        </p:txBody>
      </p:sp>
      <p:sp>
        <p:nvSpPr>
          <p:cNvPr id="8195" name="Rectangle 6"/>
          <p:cNvSpPr>
            <a:spLocks noGrp="1" noChangeArrowheads="1"/>
          </p:cNvSpPr>
          <p:nvPr>
            <p:ph idx="1"/>
          </p:nvPr>
        </p:nvSpPr>
        <p:spPr>
          <a:xfrm>
            <a:off x="155448" y="792335"/>
            <a:ext cx="8723376" cy="542689"/>
          </a:xfrm>
        </p:spPr>
        <p:txBody>
          <a:bodyPr/>
          <a:lstStyle/>
          <a:p>
            <a:pPr marL="0" indent="0">
              <a:buNone/>
            </a:pPr>
            <a:r>
              <a:rPr lang="en-US" altLang="ja-JP" sz="1600" dirty="0"/>
              <a:t>Significant fields in the IPv4 header:</a:t>
            </a:r>
            <a:endParaRPr lang="en-US" altLang="ja-JP" dirty="0"/>
          </a:p>
        </p:txBody>
      </p:sp>
      <p:graphicFrame>
        <p:nvGraphicFramePr>
          <p:cNvPr id="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58451830"/>
              </p:ext>
            </p:extLst>
          </p:nvPr>
        </p:nvGraphicFramePr>
        <p:xfrm>
          <a:off x="164592" y="1417319"/>
          <a:ext cx="8750808" cy="283464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5915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39165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49993">
                <a:tc>
                  <a:txBody>
                    <a:bodyPr/>
                    <a:lstStyle/>
                    <a:p>
                      <a:r>
                        <a:rPr lang="en-US" dirty="0"/>
                        <a:t>Function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Description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6752">
                <a:tc>
                  <a:txBody>
                    <a:bodyPr/>
                    <a:lstStyle/>
                    <a:p>
                      <a:r>
                        <a:rPr lang="en-US" b="1" dirty="0"/>
                        <a:t>Version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This</a:t>
                      </a:r>
                      <a:r>
                        <a:rPr lang="en-US" baseline="0" dirty="0"/>
                        <a:t> will be for v4, as opposed to v6, a 4 bit field= 0100  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8071">
                <a:tc>
                  <a:txBody>
                    <a:bodyPr/>
                    <a:lstStyle/>
                    <a:p>
                      <a:r>
                        <a:rPr lang="en-US" b="1" dirty="0"/>
                        <a:t>Differentiated Services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Used for </a:t>
                      </a:r>
                      <a:r>
                        <a:rPr lang="en-US" dirty="0" err="1"/>
                        <a:t>QoS</a:t>
                      </a:r>
                      <a:r>
                        <a:rPr lang="en-US" baseline="0" dirty="0"/>
                        <a:t>: </a:t>
                      </a:r>
                      <a:r>
                        <a:rPr lang="en-US" baseline="0" dirty="0" err="1"/>
                        <a:t>DiffServ</a:t>
                      </a:r>
                      <a:r>
                        <a:rPr lang="en-US" baseline="0" dirty="0"/>
                        <a:t> – DS field or the older </a:t>
                      </a:r>
                      <a:r>
                        <a:rPr lang="en-US" baseline="0" dirty="0" err="1"/>
                        <a:t>IntServ</a:t>
                      </a:r>
                      <a:r>
                        <a:rPr lang="en-US" baseline="0" dirty="0"/>
                        <a:t> – </a:t>
                      </a:r>
                      <a:r>
                        <a:rPr lang="en-US" baseline="0" dirty="0" err="1"/>
                        <a:t>ToS</a:t>
                      </a:r>
                      <a:r>
                        <a:rPr lang="en-US" baseline="0" dirty="0"/>
                        <a:t> or Type of Service 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9716">
                <a:tc>
                  <a:txBody>
                    <a:bodyPr/>
                    <a:lstStyle/>
                    <a:p>
                      <a:r>
                        <a:rPr lang="en-US" b="1" dirty="0"/>
                        <a:t>Header Checksum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Detect corruption in the IPv4 header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52068">
                <a:tc>
                  <a:txBody>
                    <a:bodyPr/>
                    <a:lstStyle/>
                    <a:p>
                      <a:r>
                        <a:rPr lang="en-US" b="1" dirty="0"/>
                        <a:t>Time to Live (TTL)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Layer 3 hop count. When it becomes zero the router</a:t>
                      </a:r>
                      <a:r>
                        <a:rPr lang="en-US" baseline="0" dirty="0"/>
                        <a:t> will discard the packet.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5909">
                <a:tc>
                  <a:txBody>
                    <a:bodyPr/>
                    <a:lstStyle/>
                    <a:p>
                      <a:r>
                        <a:rPr lang="en-US" b="1" dirty="0"/>
                        <a:t>Protocol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I.D.s next level</a:t>
                      </a:r>
                      <a:r>
                        <a:rPr lang="en-US" baseline="0" dirty="0"/>
                        <a:t> protocol: ICMP, TCP, UDP, etc.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36066">
                <a:tc>
                  <a:txBody>
                    <a:bodyPr/>
                    <a:lstStyle/>
                    <a:p>
                      <a:r>
                        <a:rPr lang="en-US" b="1" dirty="0"/>
                        <a:t>Source IPv4 Address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32 bit source address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36066">
                <a:tc>
                  <a:txBody>
                    <a:bodyPr/>
                    <a:lstStyle/>
                    <a:p>
                      <a:r>
                        <a:rPr lang="en-US" b="1" dirty="0"/>
                        <a:t>Destination IPV4 Address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32 bit destination</a:t>
                      </a:r>
                      <a:r>
                        <a:rPr lang="en-US" baseline="0" dirty="0"/>
                        <a:t> address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  <p:custDataLst>
      <p:tags r:id="rId1"/>
    </p:custDataLst>
    <p:extLst>
      <p:ext uri="{BB962C8B-B14F-4D97-AF65-F5344CB8AC3E}">
        <p14:creationId xmlns:p14="http://schemas.microsoft.com/office/powerpoint/2010/main" val="1698414312"/>
      </p:ext>
    </p:extLst>
  </p:cSld>
  <p:clrMapOvr>
    <a:masterClrMapping/>
  </p:clrMapOvr>
  <p:transition spd="slow">
    <p:wip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41393"/>
            <a:ext cx="9144000" cy="829464"/>
          </a:xfrm>
        </p:spPr>
        <p:txBody>
          <a:bodyPr/>
          <a:lstStyle/>
          <a:p>
            <a:r>
              <a:rPr lang="en-US" altLang="en-US" sz="1600" dirty="0"/>
              <a:t>IPv4 Packet</a:t>
            </a:r>
            <a:br>
              <a:rPr lang="en-US" altLang="en-US" dirty="0"/>
            </a:br>
            <a:r>
              <a:rPr lang="en-US" altLang="en-US" dirty="0"/>
              <a:t>Video – Sample IPv4 Headers in Wireshark</a:t>
            </a:r>
          </a:p>
        </p:txBody>
      </p:sp>
      <p:sp>
        <p:nvSpPr>
          <p:cNvPr id="8195" name="Rectangle 6"/>
          <p:cNvSpPr>
            <a:spLocks noGrp="1" noChangeArrowheads="1"/>
          </p:cNvSpPr>
          <p:nvPr>
            <p:ph idx="1"/>
          </p:nvPr>
        </p:nvSpPr>
        <p:spPr>
          <a:xfrm>
            <a:off x="203200" y="986970"/>
            <a:ext cx="8593327" cy="2103701"/>
          </a:xfrm>
        </p:spPr>
        <p:txBody>
          <a:bodyPr/>
          <a:lstStyle/>
          <a:p>
            <a:pPr marL="0" indent="0">
              <a:buNone/>
            </a:pPr>
            <a:r>
              <a:rPr lang="en-US" sz="1600" dirty="0"/>
              <a:t>This video will cover the following:</a:t>
            </a:r>
            <a:endParaRPr lang="en-US" altLang="ja-JP" dirty="0"/>
          </a:p>
          <a:p>
            <a:pPr>
              <a:buFont typeface="Arial" panose="020B0604020202020204" pitchFamily="34" charset="0"/>
              <a:buChar char="•"/>
            </a:pPr>
            <a:r>
              <a:rPr lang="en-US" altLang="ja-JP" sz="1600" dirty="0"/>
              <a:t>IPv4 Ethernet packets in Wireshark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altLang="ja-JP" sz="1600" dirty="0"/>
              <a:t>The control information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altLang="ja-JP" sz="1600" dirty="0"/>
              <a:t>The difference between packets</a:t>
            </a:r>
          </a:p>
          <a:p>
            <a:pPr marL="0" indent="0">
              <a:buNone/>
            </a:pPr>
            <a:endParaRPr lang="en-US" altLang="ja-JP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574144685"/>
      </p:ext>
    </p:extLst>
  </p:cSld>
  <p:clrMapOvr>
    <a:masterClrMapping/>
  </p:clrMapOvr>
  <p:transition spd="slow">
    <p:wip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16425" y="915409"/>
            <a:ext cx="8231464" cy="1802391"/>
          </a:xfrm>
        </p:spPr>
        <p:txBody>
          <a:bodyPr/>
          <a:lstStyle/>
          <a:p>
            <a:r>
              <a:rPr lang="en-US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8.3 IPv6 Packets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488985433"/>
      </p:ext>
    </p:extLst>
  </p:cSld>
  <p:clrMapOvr>
    <a:masterClrMapping/>
  </p:clrMapOvr>
  <p:transition spd="slow">
    <p:wipe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1600" dirty="0"/>
              <a:t>IPv6 Packets</a:t>
            </a:r>
            <a:br>
              <a:rPr lang="en-US" altLang="en-US" dirty="0"/>
            </a:br>
            <a:r>
              <a:rPr lang="en-US" altLang="en-US" dirty="0"/>
              <a:t>Limitations of IPv4</a:t>
            </a:r>
            <a:endParaRPr lang="en-CA" altLang="en-US" dirty="0"/>
          </a:p>
        </p:txBody>
      </p:sp>
      <p:sp>
        <p:nvSpPr>
          <p:cNvPr id="13315" name="Content Placeholder 2"/>
          <p:cNvSpPr>
            <a:spLocks noGrp="1"/>
          </p:cNvSpPr>
          <p:nvPr>
            <p:ph idx="1"/>
          </p:nvPr>
        </p:nvSpPr>
        <p:spPr>
          <a:xfrm>
            <a:off x="123574" y="867947"/>
            <a:ext cx="8672954" cy="3573424"/>
          </a:xfrm>
        </p:spPr>
        <p:txBody>
          <a:bodyPr/>
          <a:lstStyle/>
          <a:p>
            <a:pPr marL="0" indent="0">
              <a:buNone/>
            </a:pPr>
            <a:r>
              <a:rPr lang="en-US" sz="1600" dirty="0"/>
              <a:t>IPv4 has three major limitations:</a:t>
            </a:r>
          </a:p>
          <a:p>
            <a:pPr lvl="1"/>
            <a:r>
              <a:rPr lang="en-US" sz="1600" dirty="0"/>
              <a:t>IPv4 address depletion – We have basically run out of IPv4 addressing.</a:t>
            </a:r>
          </a:p>
          <a:p>
            <a:pPr lvl="1"/>
            <a:r>
              <a:rPr lang="en-US" sz="1600" dirty="0"/>
              <a:t>Lack of end-to-end connectivity – To make IPv4 survive this long, private addressing and NAT were created. This ended direct communications with public addressing.</a:t>
            </a:r>
          </a:p>
          <a:p>
            <a:pPr lvl="1"/>
            <a:r>
              <a:rPr lang="en-US" sz="1600" dirty="0"/>
              <a:t>Increased network complexity – NAT was meant as temporary solution and creates issues on the network as a side effect of manipulating the network headers addressing. NAT causes latency and troubleshooting issues.</a:t>
            </a:r>
          </a:p>
          <a:p>
            <a:pPr lvl="1"/>
            <a:endParaRPr lang="en-CA" altLang="en-US" dirty="0"/>
          </a:p>
          <a:p>
            <a:pPr lvl="1"/>
            <a:endParaRPr lang="en-CA" altLang="en-US" dirty="0"/>
          </a:p>
          <a:p>
            <a:pPr lvl="1"/>
            <a:endParaRPr lang="en-CA" altLang="en-US" dirty="0"/>
          </a:p>
          <a:p>
            <a:pPr lvl="1"/>
            <a:endParaRPr lang="en-CA" altLang="en-US" dirty="0"/>
          </a:p>
          <a:p>
            <a:pPr lvl="1"/>
            <a:endParaRPr lang="en-CA" altLang="en-US" dirty="0"/>
          </a:p>
          <a:p>
            <a:pPr lvl="1"/>
            <a:endParaRPr lang="en-CA" altLang="en-US" dirty="0"/>
          </a:p>
        </p:txBody>
      </p:sp>
    </p:spTree>
    <p:extLst>
      <p:ext uri="{BB962C8B-B14F-4D97-AF65-F5344CB8AC3E}">
        <p14:creationId xmlns:p14="http://schemas.microsoft.com/office/powerpoint/2010/main" val="1047103102"/>
      </p:ext>
    </p:extLst>
  </p:cSld>
  <p:clrMapOvr>
    <a:masterClrMapping/>
  </p:clrMapOvr>
  <p:transition spd="slow">
    <p:wipe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1600" dirty="0"/>
              <a:t>IPv6 Packets</a:t>
            </a:r>
            <a:br>
              <a:rPr lang="en-US" altLang="en-US" dirty="0"/>
            </a:br>
            <a:r>
              <a:rPr lang="en-US" altLang="en-US" dirty="0"/>
              <a:t>IPv6 Overview</a:t>
            </a:r>
            <a:endParaRPr lang="en-CA" altLang="en-US" dirty="0"/>
          </a:p>
        </p:txBody>
      </p:sp>
      <p:sp>
        <p:nvSpPr>
          <p:cNvPr id="13315" name="Content Placeholder 2"/>
          <p:cNvSpPr>
            <a:spLocks noGrp="1"/>
          </p:cNvSpPr>
          <p:nvPr>
            <p:ph idx="1"/>
          </p:nvPr>
        </p:nvSpPr>
        <p:spPr>
          <a:xfrm>
            <a:off x="123574" y="867946"/>
            <a:ext cx="3997630" cy="3841213"/>
          </a:xfrm>
        </p:spPr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IPv6 was developed by Internet Engineering Task Force (IETF).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IPv6 overcomes the limitations of IPv4.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Improvements that IPv6 provides: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1500" b="1" dirty="0"/>
              <a:t>Increased address space </a:t>
            </a:r>
            <a:r>
              <a:rPr lang="en-US" sz="1500" dirty="0"/>
              <a:t>– based on 128 bit address, not 32 bits</a:t>
            </a:r>
            <a:endParaRPr lang="fr-FR" sz="1500" dirty="0"/>
          </a:p>
          <a:p>
            <a:pPr lvl="1">
              <a:buFont typeface="Arial" panose="020B0604020202020204" pitchFamily="34" charset="0"/>
              <a:buChar char="•"/>
            </a:pPr>
            <a:r>
              <a:rPr lang="en-US" sz="1500" b="1" dirty="0"/>
              <a:t>Improved packet handling </a:t>
            </a:r>
            <a:r>
              <a:rPr lang="en-US" sz="1500" dirty="0"/>
              <a:t>– simplified header with fewer fields</a:t>
            </a:r>
            <a:endParaRPr lang="en-US" sz="1500" b="1" dirty="0"/>
          </a:p>
          <a:p>
            <a:pPr lvl="1">
              <a:buFont typeface="Arial" panose="020B0604020202020204" pitchFamily="34" charset="0"/>
              <a:buChar char="•"/>
            </a:pPr>
            <a:r>
              <a:rPr lang="en-US" sz="1500" b="1" dirty="0"/>
              <a:t>Eliminates the need for NAT </a:t>
            </a:r>
            <a:r>
              <a:rPr lang="en-US" sz="1500" dirty="0"/>
              <a:t>– since there is a huge amount of addressing, there is no need to use private addressing internally and be mapped to a shared public address</a:t>
            </a:r>
            <a:endParaRPr lang="en-CA" altLang="en-US" sz="1500" dirty="0"/>
          </a:p>
          <a:p>
            <a:pPr lvl="1"/>
            <a:endParaRPr lang="en-CA" altLang="en-US" dirty="0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57004" y="804672"/>
            <a:ext cx="4886995" cy="3886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161630264"/>
      </p:ext>
    </p:extLst>
  </p:cSld>
  <p:clrMapOvr>
    <a:masterClrMapping/>
  </p:clrMapOvr>
  <p:transition spd="slow">
    <p:wipe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1600" dirty="0"/>
              <a:t>IPv6 Packets</a:t>
            </a:r>
            <a:br>
              <a:rPr lang="en-US" altLang="en-US" dirty="0"/>
            </a:br>
            <a:r>
              <a:rPr lang="en-US" altLang="en-US" dirty="0"/>
              <a:t>IPv4 Packet Header Fields in the IPv6 Packet Header</a:t>
            </a:r>
            <a:endParaRPr lang="en-CA" altLang="en-US" dirty="0"/>
          </a:p>
        </p:txBody>
      </p:sp>
      <p:sp>
        <p:nvSpPr>
          <p:cNvPr id="13315" name="Content Placeholder 2"/>
          <p:cNvSpPr>
            <a:spLocks noGrp="1"/>
          </p:cNvSpPr>
          <p:nvPr>
            <p:ph idx="1"/>
          </p:nvPr>
        </p:nvSpPr>
        <p:spPr>
          <a:xfrm>
            <a:off x="123574" y="867947"/>
            <a:ext cx="3359855" cy="3733082"/>
          </a:xfrm>
        </p:spPr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en-US" sz="1600" dirty="0"/>
              <a:t>The IPv6 header is simplified, but not smaller.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600" dirty="0"/>
              <a:t>The header is fixed at 40 Bytes or octets long.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600" dirty="0"/>
              <a:t>Several IPv4 fields were removed to improve performance.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600" dirty="0"/>
              <a:t>Some IPv4 fields were removed to improve performance:</a:t>
            </a:r>
          </a:p>
          <a:p>
            <a:pPr lvl="1"/>
            <a:r>
              <a:rPr lang="en-US" sz="1600" dirty="0"/>
              <a:t>Flag</a:t>
            </a:r>
          </a:p>
          <a:p>
            <a:pPr lvl="1"/>
            <a:r>
              <a:rPr lang="en-US" sz="1600" dirty="0"/>
              <a:t>Fragment Offset</a:t>
            </a:r>
          </a:p>
          <a:p>
            <a:pPr lvl="1"/>
            <a:r>
              <a:rPr lang="en-US" sz="1600" dirty="0"/>
              <a:t>Header Checksum</a:t>
            </a:r>
          </a:p>
          <a:p>
            <a:pPr lvl="1"/>
            <a:endParaRPr lang="en-CA" altLang="en-US" dirty="0"/>
          </a:p>
        </p:txBody>
      </p:sp>
      <p:pic>
        <p:nvPicPr>
          <p:cNvPr id="4099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17245" y="969264"/>
            <a:ext cx="5526755" cy="357930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622725155"/>
      </p:ext>
    </p:extLst>
  </p:cSld>
  <p:clrMapOvr>
    <a:masterClrMapping/>
  </p:clrMapOvr>
  <p:transition spd="slow">
    <p:wipe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1600" dirty="0"/>
              <a:t>IPv6 Packets</a:t>
            </a:r>
            <a:br>
              <a:rPr lang="en-US" altLang="en-US" dirty="0"/>
            </a:br>
            <a:r>
              <a:rPr lang="en-US" altLang="en-US" dirty="0"/>
              <a:t>IPv6 Packet Header</a:t>
            </a:r>
            <a:endParaRPr lang="en-CA" altLang="en-US" dirty="0"/>
          </a:p>
        </p:txBody>
      </p:sp>
      <p:sp>
        <p:nvSpPr>
          <p:cNvPr id="13315" name="Content Placeholder 2"/>
          <p:cNvSpPr>
            <a:spLocks noGrp="1"/>
          </p:cNvSpPr>
          <p:nvPr>
            <p:ph idx="1"/>
          </p:nvPr>
        </p:nvSpPr>
        <p:spPr>
          <a:xfrm>
            <a:off x="123574" y="867947"/>
            <a:ext cx="8243186" cy="457933"/>
          </a:xfrm>
        </p:spPr>
        <p:txBody>
          <a:bodyPr/>
          <a:lstStyle/>
          <a:p>
            <a:pPr marL="0" indent="0">
              <a:buNone/>
            </a:pPr>
            <a:r>
              <a:rPr lang="en-US" altLang="ja-JP" sz="1600" dirty="0"/>
              <a:t>Significant fields in the IPv4 header:</a:t>
            </a:r>
          </a:p>
          <a:p>
            <a:pPr lvl="1"/>
            <a:endParaRPr lang="en-CA" altLang="en-US" dirty="0"/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27482612"/>
              </p:ext>
            </p:extLst>
          </p:nvPr>
        </p:nvGraphicFramePr>
        <p:xfrm>
          <a:off x="219456" y="1449174"/>
          <a:ext cx="8750808" cy="336664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5915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39165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49993">
                <a:tc>
                  <a:txBody>
                    <a:bodyPr/>
                    <a:lstStyle/>
                    <a:p>
                      <a:r>
                        <a:rPr lang="en-US" dirty="0"/>
                        <a:t>Function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Description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6752">
                <a:tc>
                  <a:txBody>
                    <a:bodyPr/>
                    <a:lstStyle/>
                    <a:p>
                      <a:r>
                        <a:rPr lang="en-US" b="1" dirty="0"/>
                        <a:t>Version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This</a:t>
                      </a:r>
                      <a:r>
                        <a:rPr lang="en-US" baseline="0" dirty="0"/>
                        <a:t> will be for v6, as opposed to v4, a 4 bit field= 0110  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8071">
                <a:tc>
                  <a:txBody>
                    <a:bodyPr/>
                    <a:lstStyle/>
                    <a:p>
                      <a:r>
                        <a:rPr lang="en-US" b="1" dirty="0"/>
                        <a:t>Traffic Class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Used for </a:t>
                      </a:r>
                      <a:r>
                        <a:rPr lang="en-US" dirty="0" err="1"/>
                        <a:t>QoS</a:t>
                      </a:r>
                      <a:r>
                        <a:rPr lang="en-US" baseline="0" dirty="0"/>
                        <a:t>: Equivalent to </a:t>
                      </a:r>
                      <a:r>
                        <a:rPr lang="en-US" baseline="0" dirty="0" err="1"/>
                        <a:t>DiffServ</a:t>
                      </a:r>
                      <a:r>
                        <a:rPr lang="en-US" baseline="0" dirty="0"/>
                        <a:t> – DS field 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9716">
                <a:tc>
                  <a:txBody>
                    <a:bodyPr/>
                    <a:lstStyle/>
                    <a:p>
                      <a:r>
                        <a:rPr lang="en-US" b="1" dirty="0"/>
                        <a:t>Flow Label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aseline="0" dirty="0"/>
                        <a:t>Informs device to handle identical flow labels the same way, </a:t>
                      </a:r>
                      <a:r>
                        <a:rPr lang="en-US" dirty="0"/>
                        <a:t>20 bit field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52068">
                <a:tc>
                  <a:txBody>
                    <a:bodyPr/>
                    <a:lstStyle/>
                    <a:p>
                      <a:r>
                        <a:rPr lang="en-US" b="1" dirty="0"/>
                        <a:t>Payload Length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This 16-bit field indicates the length of the data portion or payload of the IPv6 packet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5909">
                <a:tc>
                  <a:txBody>
                    <a:bodyPr/>
                    <a:lstStyle/>
                    <a:p>
                      <a:r>
                        <a:rPr lang="en-US" b="1" dirty="0"/>
                        <a:t>Next Header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I.D.s next level</a:t>
                      </a:r>
                      <a:r>
                        <a:rPr lang="en-US" baseline="0" dirty="0"/>
                        <a:t> protocol: ICMP, TCP, UDP, etc.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65909">
                <a:tc>
                  <a:txBody>
                    <a:bodyPr/>
                    <a:lstStyle/>
                    <a:p>
                      <a:r>
                        <a:rPr lang="en-US" b="1" dirty="0"/>
                        <a:t>Hop Limit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6857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Replaces</a:t>
                      </a:r>
                      <a:r>
                        <a:rPr lang="en-US" baseline="0" dirty="0"/>
                        <a:t> TTL field </a:t>
                      </a:r>
                      <a:r>
                        <a:rPr lang="en-US" dirty="0"/>
                        <a:t>Layer 3 hop count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36066">
                <a:tc>
                  <a:txBody>
                    <a:bodyPr/>
                    <a:lstStyle/>
                    <a:p>
                      <a:r>
                        <a:rPr lang="en-US" b="1" dirty="0"/>
                        <a:t>Source IPv4 Address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128 bit source address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36066">
                <a:tc>
                  <a:txBody>
                    <a:bodyPr/>
                    <a:lstStyle/>
                    <a:p>
                      <a:r>
                        <a:rPr lang="en-US" b="1" dirty="0"/>
                        <a:t>Destination IPV4 Address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128 bit destination</a:t>
                      </a:r>
                      <a:r>
                        <a:rPr lang="en-US" baseline="0" dirty="0"/>
                        <a:t> address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60041384"/>
      </p:ext>
    </p:extLst>
  </p:cSld>
  <p:clrMapOvr>
    <a:masterClrMapping/>
  </p:clrMapOvr>
  <p:transition spd="slow">
    <p:wipe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1600" dirty="0"/>
              <a:t>IPv6 Packets</a:t>
            </a:r>
            <a:br>
              <a:rPr lang="en-US" altLang="en-US" dirty="0"/>
            </a:br>
            <a:r>
              <a:rPr lang="en-US" altLang="en-US" dirty="0"/>
              <a:t>IPv6 Packet Header (Cont.)</a:t>
            </a:r>
            <a:endParaRPr lang="en-CA" altLang="en-US" dirty="0"/>
          </a:p>
        </p:txBody>
      </p:sp>
      <p:sp>
        <p:nvSpPr>
          <p:cNvPr id="13315" name="Content Placeholder 2"/>
          <p:cNvSpPr>
            <a:spLocks noGrp="1"/>
          </p:cNvSpPr>
          <p:nvPr>
            <p:ph idx="1"/>
          </p:nvPr>
        </p:nvSpPr>
        <p:spPr>
          <a:xfrm>
            <a:off x="123574" y="867947"/>
            <a:ext cx="8243186" cy="3073117"/>
          </a:xfrm>
        </p:spPr>
        <p:txBody>
          <a:bodyPr/>
          <a:lstStyle/>
          <a:p>
            <a:pPr marL="0" indent="0">
              <a:buNone/>
            </a:pPr>
            <a:r>
              <a:rPr lang="en-US" sz="1600" dirty="0"/>
              <a:t>IPv6 packet may also contain extension headers (EH). </a:t>
            </a:r>
          </a:p>
          <a:p>
            <a:pPr marL="0" indent="0">
              <a:buNone/>
            </a:pPr>
            <a:r>
              <a:rPr lang="en-US" sz="1600" dirty="0"/>
              <a:t>EH headers characteristics: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600" dirty="0"/>
              <a:t>provide optional network layer information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altLang="en-US" sz="1600" dirty="0"/>
              <a:t>are optional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altLang="en-US" sz="1600" dirty="0"/>
              <a:t>are placed between IPv6 header and the payload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altLang="en-US" sz="1600" dirty="0"/>
              <a:t>may be used for fragmentation, security, mobility support, etc.</a:t>
            </a:r>
          </a:p>
          <a:p>
            <a:pPr>
              <a:buFont typeface="Arial" panose="020B0604020202020204" pitchFamily="34" charset="0"/>
              <a:buChar char="•"/>
            </a:pPr>
            <a:endParaRPr lang="en-US" altLang="en-US" sz="1600" dirty="0"/>
          </a:p>
          <a:p>
            <a:pPr marL="0" indent="0">
              <a:buNone/>
            </a:pPr>
            <a:r>
              <a:rPr lang="en-US" altLang="en-US" sz="1600" b="1" dirty="0"/>
              <a:t>Note: </a:t>
            </a:r>
            <a:r>
              <a:rPr lang="en-US" altLang="en-US" sz="1600" dirty="0"/>
              <a:t>Unlike IPv4, routers do not fragment IPv6 packets.</a:t>
            </a:r>
            <a:endParaRPr lang="en-CA" altLang="en-US" sz="1600" dirty="0"/>
          </a:p>
        </p:txBody>
      </p:sp>
    </p:spTree>
    <p:extLst>
      <p:ext uri="{BB962C8B-B14F-4D97-AF65-F5344CB8AC3E}">
        <p14:creationId xmlns:p14="http://schemas.microsoft.com/office/powerpoint/2010/main" val="2392983842"/>
      </p:ext>
    </p:extLst>
  </p:cSld>
  <p:clrMapOvr>
    <a:masterClrMapping/>
  </p:clrMapOvr>
  <p:transition spd="slow">
    <p:wipe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1600" dirty="0"/>
              <a:t>IPv6 Packets</a:t>
            </a:r>
            <a:br>
              <a:rPr lang="en-US" altLang="en-US" dirty="0"/>
            </a:br>
            <a:r>
              <a:rPr lang="en-US" altLang="en-US" dirty="0"/>
              <a:t>Video – Sample IPv6 Headers in Wireshark</a:t>
            </a:r>
            <a:endParaRPr lang="en-CA" altLang="en-US" dirty="0"/>
          </a:p>
        </p:txBody>
      </p:sp>
      <p:sp>
        <p:nvSpPr>
          <p:cNvPr id="13315" name="Content Placeholder 2"/>
          <p:cNvSpPr>
            <a:spLocks noGrp="1"/>
          </p:cNvSpPr>
          <p:nvPr>
            <p:ph idx="1"/>
          </p:nvPr>
        </p:nvSpPr>
        <p:spPr>
          <a:xfrm>
            <a:off x="123574" y="867946"/>
            <a:ext cx="8581514" cy="2131285"/>
          </a:xfrm>
        </p:spPr>
        <p:txBody>
          <a:bodyPr/>
          <a:lstStyle/>
          <a:p>
            <a:pPr marL="0" indent="0">
              <a:buNone/>
            </a:pPr>
            <a:r>
              <a:rPr lang="en-US" sz="1600" dirty="0"/>
              <a:t>This video will cover the following:</a:t>
            </a:r>
            <a:endParaRPr lang="en-US" altLang="ja-JP" sz="16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altLang="ja-JP" sz="1600" dirty="0"/>
              <a:t>IPv6 Ethernet packets in Wireshark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altLang="ja-JP" sz="1600" dirty="0"/>
              <a:t>The control information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altLang="ja-JP" sz="1600" dirty="0"/>
              <a:t>The difference between packets</a:t>
            </a:r>
          </a:p>
          <a:p>
            <a:pPr marL="0" indent="0">
              <a:buNone/>
            </a:pPr>
            <a:endParaRPr lang="en-CA" altLang="en-US" dirty="0"/>
          </a:p>
        </p:txBody>
      </p:sp>
    </p:spTree>
    <p:extLst>
      <p:ext uri="{BB962C8B-B14F-4D97-AF65-F5344CB8AC3E}">
        <p14:creationId xmlns:p14="http://schemas.microsoft.com/office/powerpoint/2010/main" val="1532752531"/>
      </p:ext>
    </p:extLst>
  </p:cSld>
  <p:clrMapOvr>
    <a:masterClrMapping/>
  </p:clrMapOvr>
  <p:transition spd="slow">
    <p:wipe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16425" y="915409"/>
            <a:ext cx="8231464" cy="1802391"/>
          </a:xfrm>
        </p:spPr>
        <p:txBody>
          <a:bodyPr/>
          <a:lstStyle/>
          <a:p>
            <a:r>
              <a:rPr lang="en-US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8.4 How a Host Routes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749772822"/>
      </p:ext>
    </p:extLst>
  </p:cSld>
  <p:clrMapOvr>
    <a:masterClrMapping/>
  </p:clrMapOvr>
  <p:transition spd="slow">
    <p:wipe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1"/>
            <a:ext cx="9144000" cy="685800"/>
          </a:xfrm>
        </p:spPr>
        <p:txBody>
          <a:bodyPr/>
          <a:lstStyle/>
          <a:p>
            <a:r>
              <a:rPr lang="en-US" altLang="en-US" sz="1600" dirty="0"/>
              <a:t>How a Host Routes</a:t>
            </a:r>
            <a:br>
              <a:rPr lang="en-US" altLang="en-US" sz="1600" dirty="0"/>
            </a:br>
            <a:r>
              <a:rPr lang="en-US" altLang="en-US" dirty="0"/>
              <a:t>Host Forwarding Decision</a:t>
            </a:r>
          </a:p>
        </p:txBody>
      </p:sp>
      <p:sp>
        <p:nvSpPr>
          <p:cNvPr id="5529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09728" y="711504"/>
            <a:ext cx="8516566" cy="2250825"/>
          </a:xfrm>
        </p:spPr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en-US" sz="1800" dirty="0"/>
              <a:t>Packets are always created at the source.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800" dirty="0"/>
              <a:t>Each host devices creates their own routing table.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800" dirty="0"/>
              <a:t>A host can send packets to the following:</a:t>
            </a:r>
          </a:p>
          <a:p>
            <a:pPr lvl="1"/>
            <a:r>
              <a:rPr lang="en-US" sz="1700" dirty="0"/>
              <a:t>Itself – 127.0.0.1 (IPv4), ::1 (IPv6)</a:t>
            </a:r>
          </a:p>
          <a:p>
            <a:pPr lvl="1"/>
            <a:r>
              <a:rPr lang="en-US" sz="1700" dirty="0"/>
              <a:t>Local Hosts – destination is on the same LAN</a:t>
            </a:r>
          </a:p>
          <a:p>
            <a:pPr lvl="1"/>
            <a:r>
              <a:rPr lang="en-US" sz="1700" dirty="0"/>
              <a:t>Remote Hosts – devices are not on the same LAN </a:t>
            </a:r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11070" y="3072057"/>
            <a:ext cx="4799457" cy="192247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700830764"/>
      </p:ext>
    </p:extLst>
  </p:cSld>
  <p:clrMapOvr>
    <a:masterClrMapping/>
  </p:clrMapOvr>
  <p:transition spd="slow">
    <p:wipe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1"/>
            <a:ext cx="9144000" cy="685800"/>
          </a:xfrm>
        </p:spPr>
        <p:txBody>
          <a:bodyPr/>
          <a:lstStyle/>
          <a:p>
            <a:r>
              <a:rPr lang="en-US" altLang="en-US" sz="1600" dirty="0"/>
              <a:t>How a Host Routes</a:t>
            </a:r>
            <a:br>
              <a:rPr lang="en-US" altLang="en-US" sz="1600" dirty="0"/>
            </a:br>
            <a:r>
              <a:rPr lang="en-US" altLang="en-US" dirty="0"/>
              <a:t>Host Forwarding Decision (Cont.)</a:t>
            </a:r>
          </a:p>
        </p:txBody>
      </p:sp>
      <p:sp>
        <p:nvSpPr>
          <p:cNvPr id="5529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09728" y="711504"/>
            <a:ext cx="8915400" cy="2530460"/>
          </a:xfrm>
        </p:spPr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en-US" sz="1800" dirty="0"/>
              <a:t>The Source device determines whether the destination is local or remote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800" dirty="0"/>
              <a:t>Method of determination: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1600" dirty="0"/>
              <a:t>IPv4 – Source uses its own IP address and Subnet mask, along with the destination IP address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1600" dirty="0"/>
              <a:t>IPv6 – Source uses the network address and prefix advertised by the local router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700" dirty="0"/>
              <a:t>Local traffic is dumped out the host interface to be handled by an intermediary device.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700" dirty="0"/>
              <a:t>Remote traffic is forwarded directly to the default gateway on the LAN.</a:t>
            </a:r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42003" y="3329608"/>
            <a:ext cx="4296537" cy="15452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090649388"/>
      </p:ext>
    </p:extLst>
  </p:cSld>
  <p:clrMapOvr>
    <a:masterClrMapping/>
  </p:clrMapOvr>
  <p:transition spd="slow">
    <p:wipe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757551"/>
          </a:xfrm>
        </p:spPr>
        <p:txBody>
          <a:bodyPr/>
          <a:lstStyle/>
          <a:p>
            <a:r>
              <a:rPr lang="en-US" altLang="en-US" sz="1600" dirty="0"/>
              <a:t>How a Host Routes</a:t>
            </a:r>
            <a:br>
              <a:rPr lang="en-US" altLang="en-US" sz="1600" dirty="0"/>
            </a:br>
            <a:r>
              <a:rPr lang="en-US" altLang="en-US" dirty="0"/>
              <a:t>Default Gateway</a:t>
            </a:r>
          </a:p>
        </p:txBody>
      </p:sp>
      <p:sp>
        <p:nvSpPr>
          <p:cNvPr id="5529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65760" y="821052"/>
            <a:ext cx="8535435" cy="3376044"/>
          </a:xfrm>
        </p:spPr>
        <p:txBody>
          <a:bodyPr/>
          <a:lstStyle/>
          <a:p>
            <a:pPr marL="0" indent="0">
              <a:buNone/>
            </a:pPr>
            <a:r>
              <a:rPr lang="en-US" sz="1800" dirty="0"/>
              <a:t>A router or layer 3 switch can be a default-gateway.</a:t>
            </a:r>
          </a:p>
          <a:p>
            <a:pPr marL="0" indent="0">
              <a:buNone/>
            </a:pPr>
            <a:r>
              <a:rPr lang="en-US" sz="1800" dirty="0"/>
              <a:t>Features of a default gateway (DGW):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1700" dirty="0"/>
              <a:t>It must have an IP address in the same range as the rest of the LAN.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1700" dirty="0"/>
              <a:t>It can accept data from the LAN and is capable of forwarding traffic off of the LAN.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1700" dirty="0"/>
              <a:t>It can route to other networks.</a:t>
            </a:r>
          </a:p>
          <a:p>
            <a:pPr marL="0" indent="0">
              <a:buNone/>
            </a:pPr>
            <a:r>
              <a:rPr lang="en-US" sz="1800" dirty="0"/>
              <a:t>If a device has no default gateway or a bad default gateway, its traffic will not be able to leave the LAN.</a:t>
            </a:r>
          </a:p>
          <a:p>
            <a:pPr lvl="1"/>
            <a:endParaRPr lang="en-US" sz="1700" dirty="0"/>
          </a:p>
        </p:txBody>
      </p:sp>
    </p:spTree>
    <p:extLst>
      <p:ext uri="{BB962C8B-B14F-4D97-AF65-F5344CB8AC3E}">
        <p14:creationId xmlns:p14="http://schemas.microsoft.com/office/powerpoint/2010/main" val="4121643246"/>
      </p:ext>
    </p:extLst>
  </p:cSld>
  <p:clrMapOvr>
    <a:masterClrMapping/>
  </p:clrMapOvr>
  <p:transition spd="slow">
    <p:wipe/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757551"/>
          </a:xfrm>
        </p:spPr>
        <p:txBody>
          <a:bodyPr/>
          <a:lstStyle/>
          <a:p>
            <a:r>
              <a:rPr lang="en-US" altLang="en-US" sz="1600" dirty="0"/>
              <a:t>How a Host Routes</a:t>
            </a:r>
            <a:br>
              <a:rPr lang="en-US" altLang="en-US" sz="1600" dirty="0"/>
            </a:br>
            <a:r>
              <a:rPr lang="en-US" altLang="en-US" dirty="0"/>
              <a:t>A Host Routes to the Default Gateway</a:t>
            </a:r>
          </a:p>
        </p:txBody>
      </p:sp>
      <p:sp>
        <p:nvSpPr>
          <p:cNvPr id="5529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16115" y="821051"/>
            <a:ext cx="4115747" cy="3794491"/>
          </a:xfrm>
        </p:spPr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en-US" sz="1800" dirty="0"/>
              <a:t>The host will know the default gateway (DGW) either statically or through DHCP in IPv4.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800" dirty="0"/>
              <a:t>IPv6 sends the DGW through a router solicitation (RS) or can be configured manually.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800" dirty="0"/>
              <a:t> A DGW is static route which will be a last resort route in the routing table.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800" dirty="0"/>
              <a:t>All device on the LAN will need the DGW of the router if they intend to send traffic remotely.</a:t>
            </a:r>
          </a:p>
        </p:txBody>
      </p:sp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95870" y="1501170"/>
            <a:ext cx="4765834" cy="222958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265191498"/>
      </p:ext>
    </p:extLst>
  </p:cSld>
  <p:clrMapOvr>
    <a:masterClrMapping/>
  </p:clrMapOvr>
  <p:transition spd="slow">
    <p:wipe/>
  </p:transition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757551"/>
          </a:xfrm>
        </p:spPr>
        <p:txBody>
          <a:bodyPr/>
          <a:lstStyle/>
          <a:p>
            <a:r>
              <a:rPr lang="en-US" altLang="en-US" sz="1600" dirty="0"/>
              <a:t>How a Host Routes </a:t>
            </a:r>
            <a:br>
              <a:rPr lang="en-US" altLang="en-US" sz="1600" dirty="0"/>
            </a:br>
            <a:r>
              <a:rPr lang="en-US" altLang="en-US" dirty="0"/>
              <a:t>Host Routing Tables</a:t>
            </a:r>
          </a:p>
        </p:txBody>
      </p:sp>
      <p:sp>
        <p:nvSpPr>
          <p:cNvPr id="5529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16115" y="821051"/>
            <a:ext cx="2819110" cy="3794491"/>
          </a:xfrm>
        </p:spPr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en-US" sz="1700" dirty="0"/>
              <a:t>On Windows, route print or </a:t>
            </a:r>
            <a:r>
              <a:rPr lang="en-US" sz="1700" dirty="0" err="1"/>
              <a:t>netstat</a:t>
            </a:r>
            <a:r>
              <a:rPr lang="en-US" sz="1700" dirty="0"/>
              <a:t>  -r to display the PC routing table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700" dirty="0"/>
              <a:t>Three sections displayed by these two commands:</a:t>
            </a:r>
          </a:p>
          <a:p>
            <a:pPr lvl="1"/>
            <a:r>
              <a:rPr lang="en-US" sz="1600" dirty="0"/>
              <a:t>Interface List – all potential interfaces and MAC addressing</a:t>
            </a:r>
          </a:p>
          <a:p>
            <a:pPr lvl="1"/>
            <a:r>
              <a:rPr lang="en-US" sz="1600" dirty="0"/>
              <a:t>IPv4 Routing Table</a:t>
            </a:r>
          </a:p>
          <a:p>
            <a:pPr lvl="1"/>
            <a:r>
              <a:rPr lang="en-US" sz="1600" dirty="0"/>
              <a:t>IPv6 Routing Table</a:t>
            </a:r>
          </a:p>
        </p:txBody>
      </p:sp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83864" y="932688"/>
            <a:ext cx="5485829" cy="373865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558614824"/>
      </p:ext>
    </p:extLst>
  </p:cSld>
  <p:clrMapOvr>
    <a:masterClrMapping/>
  </p:clrMapOvr>
  <p:transition spd="slow">
    <p:wipe/>
  </p:transition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16425" y="915409"/>
            <a:ext cx="8231464" cy="1802391"/>
          </a:xfrm>
        </p:spPr>
        <p:txBody>
          <a:bodyPr/>
          <a:lstStyle/>
          <a:p>
            <a:r>
              <a:rPr lang="en-US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8.5 Introduction to Routing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920016951"/>
      </p:ext>
    </p:extLst>
  </p:cSld>
  <p:clrMapOvr>
    <a:masterClrMapping/>
  </p:clrMapOvr>
  <p:transition spd="slow">
    <p:wipe/>
  </p:transition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1600" dirty="0"/>
              <a:t>Introduction to Routing</a:t>
            </a:r>
            <a:br>
              <a:rPr lang="en-US" altLang="en-US" dirty="0"/>
            </a:br>
            <a:r>
              <a:rPr lang="en-US" altLang="en-US" dirty="0"/>
              <a:t>Router Packet Forwarding Decision</a:t>
            </a:r>
            <a:endParaRPr lang="en-CA" altLang="en-US" dirty="0"/>
          </a:p>
        </p:txBody>
      </p:sp>
      <p:sp>
        <p:nvSpPr>
          <p:cNvPr id="13315" name="Content Placeholder 2"/>
          <p:cNvSpPr>
            <a:spLocks noGrp="1"/>
          </p:cNvSpPr>
          <p:nvPr>
            <p:ph idx="1"/>
          </p:nvPr>
        </p:nvSpPr>
        <p:spPr>
          <a:xfrm>
            <a:off x="173255" y="822098"/>
            <a:ext cx="8807116" cy="538969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What happens when the router receives the frame from the host device?</a:t>
            </a:r>
            <a:endParaRPr lang="en-CA" altLang="en-US" dirty="0"/>
          </a:p>
          <a:p>
            <a:pPr lvl="1"/>
            <a:endParaRPr lang="en-CA" altLang="en-US" dirty="0"/>
          </a:p>
        </p:txBody>
      </p:sp>
      <p:pic>
        <p:nvPicPr>
          <p:cNvPr id="8194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3255" y="1361067"/>
            <a:ext cx="5439072" cy="331680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196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71411" y="2162150"/>
            <a:ext cx="2983832" cy="18776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978408560"/>
      </p:ext>
    </p:extLst>
  </p:cSld>
  <p:clrMapOvr>
    <a:masterClrMapping/>
  </p:clrMapOvr>
  <p:transition spd="slow">
    <p:wipe/>
  </p:transition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1600" dirty="0"/>
              <a:t>Introduction to Routing</a:t>
            </a:r>
            <a:br>
              <a:rPr lang="en-US" altLang="en-US" dirty="0"/>
            </a:br>
            <a:r>
              <a:rPr lang="en-US" altLang="en-US" dirty="0"/>
              <a:t>IP Router Routing Table</a:t>
            </a:r>
            <a:endParaRPr lang="en-CA" altLang="en-US" dirty="0"/>
          </a:p>
        </p:txBody>
      </p:sp>
      <p:sp>
        <p:nvSpPr>
          <p:cNvPr id="13315" name="Content Placeholder 2"/>
          <p:cNvSpPr>
            <a:spLocks noGrp="1"/>
          </p:cNvSpPr>
          <p:nvPr>
            <p:ph idx="1"/>
          </p:nvPr>
        </p:nvSpPr>
        <p:spPr>
          <a:xfrm>
            <a:off x="290286" y="798943"/>
            <a:ext cx="8853715" cy="2422943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There three types of routes in a router’s routing table: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altLang="en-US" b="1" dirty="0"/>
              <a:t>Directly Connected </a:t>
            </a:r>
            <a:r>
              <a:rPr lang="en-US" altLang="en-US" dirty="0"/>
              <a:t>– These routes are automatically added by the router, provided the interface is active and has addressing.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altLang="en-US" b="1" dirty="0"/>
              <a:t>Remote</a:t>
            </a:r>
            <a:r>
              <a:rPr lang="en-US" altLang="en-US" dirty="0"/>
              <a:t> – These are the routes the router does not have a direct connection and may be learned: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altLang="en-US" dirty="0"/>
              <a:t>Manually – with a static route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altLang="en-US" dirty="0"/>
              <a:t>Dynamically – by using a routing protocol to have the routers share their information with each other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altLang="en-US" b="1" dirty="0"/>
              <a:t>Default Route </a:t>
            </a:r>
            <a:r>
              <a:rPr lang="en-US" altLang="en-US" dirty="0"/>
              <a:t>– this forwards all traffic to a specific direction when there is not a match in the routing table </a:t>
            </a:r>
            <a:endParaRPr lang="en-CA" altLang="en-US" dirty="0"/>
          </a:p>
          <a:p>
            <a:pPr lvl="1"/>
            <a:endParaRPr lang="en-CA" altLang="en-US" dirty="0"/>
          </a:p>
          <a:p>
            <a:pPr lvl="1"/>
            <a:endParaRPr lang="en-CA" altLang="en-US" dirty="0"/>
          </a:p>
        </p:txBody>
      </p:sp>
      <p:pic>
        <p:nvPicPr>
          <p:cNvPr id="9218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78543" y="3221887"/>
            <a:ext cx="5351646" cy="15248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471866069"/>
      </p:ext>
    </p:extLst>
  </p:cSld>
  <p:clrMapOvr>
    <a:masterClrMapping/>
  </p:clrMapOvr>
  <p:transition spd="slow">
    <p:wipe/>
  </p:transition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Title 1"/>
          <p:cNvSpPr>
            <a:spLocks noGrp="1"/>
          </p:cNvSpPr>
          <p:nvPr>
            <p:ph type="title"/>
          </p:nvPr>
        </p:nvSpPr>
        <p:spPr>
          <a:xfrm>
            <a:off x="1" y="41393"/>
            <a:ext cx="3080083" cy="757551"/>
          </a:xfrm>
        </p:spPr>
        <p:txBody>
          <a:bodyPr/>
          <a:lstStyle/>
          <a:p>
            <a:r>
              <a:rPr lang="en-US" altLang="en-US" sz="1600" dirty="0"/>
              <a:t>Introduction to Routing</a:t>
            </a:r>
            <a:br>
              <a:rPr lang="en-US" altLang="en-US" dirty="0"/>
            </a:br>
            <a:r>
              <a:rPr lang="en-US" altLang="en-US" sz="2400" dirty="0"/>
              <a:t>Static Routing</a:t>
            </a:r>
            <a:endParaRPr lang="en-CA" altLang="en-US" sz="24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4065" y="798945"/>
            <a:ext cx="3846044" cy="3066474"/>
          </a:xfrm>
        </p:spPr>
        <p:txBody>
          <a:bodyPr/>
          <a:lstStyle/>
          <a:p>
            <a:pPr marL="0" indent="0">
              <a:buNone/>
            </a:pPr>
            <a:r>
              <a:rPr lang="en-US" sz="1600" dirty="0"/>
              <a:t>Static Route Characteristics: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600" dirty="0"/>
              <a:t>Must be configured manually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600" dirty="0"/>
              <a:t>Must be adjusted manually by the administrator when there is a change in the topology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600" dirty="0"/>
              <a:t>Good for small non-redundant networks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600" dirty="0"/>
              <a:t>Often used in conjunction with a dynamic routing protocol for configuring a default route</a:t>
            </a:r>
          </a:p>
        </p:txBody>
      </p:sp>
      <p:pic>
        <p:nvPicPr>
          <p:cNvPr id="10244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90109" y="228982"/>
            <a:ext cx="5007756" cy="23826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243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90109" y="2687848"/>
            <a:ext cx="5007757" cy="211777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725251992"/>
      </p:ext>
    </p:extLst>
  </p:cSld>
  <p:clrMapOvr>
    <a:masterClrMapping/>
  </p:clrMapOvr>
  <p:transition spd="slow">
    <p:wipe/>
  </p:transition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Title 1"/>
          <p:cNvSpPr>
            <a:spLocks noGrp="1"/>
          </p:cNvSpPr>
          <p:nvPr>
            <p:ph type="title"/>
          </p:nvPr>
        </p:nvSpPr>
        <p:spPr>
          <a:xfrm>
            <a:off x="1" y="41393"/>
            <a:ext cx="3080083" cy="757551"/>
          </a:xfrm>
        </p:spPr>
        <p:txBody>
          <a:bodyPr/>
          <a:lstStyle/>
          <a:p>
            <a:r>
              <a:rPr lang="en-US" altLang="en-US" sz="1600" dirty="0"/>
              <a:t>Introduction to Routing</a:t>
            </a:r>
            <a:br>
              <a:rPr lang="en-US" altLang="en-US" sz="1600" dirty="0"/>
            </a:br>
            <a:r>
              <a:rPr lang="en-US" altLang="en-US" dirty="0"/>
              <a:t>Dynamic Routing</a:t>
            </a:r>
            <a:endParaRPr lang="en-CA" altLang="en-US" sz="24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4065" y="798945"/>
            <a:ext cx="3846044" cy="2962564"/>
          </a:xfrm>
        </p:spPr>
        <p:txBody>
          <a:bodyPr/>
          <a:lstStyle/>
          <a:p>
            <a:pPr marL="0" indent="0">
              <a:buNone/>
            </a:pPr>
            <a:r>
              <a:rPr lang="en-US" sz="1600" dirty="0"/>
              <a:t>Dynamic Routes Automatically: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600" dirty="0"/>
              <a:t>Discover remote networks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600" dirty="0"/>
              <a:t>Maintain up-to-date information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600" dirty="0"/>
              <a:t>Choose the best path to the destination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600" dirty="0"/>
              <a:t>Find new best paths when there is a topology change</a:t>
            </a:r>
          </a:p>
          <a:p>
            <a:pPr marL="0" indent="0">
              <a:buNone/>
            </a:pPr>
            <a:r>
              <a:rPr lang="en-US" sz="1600" dirty="0"/>
              <a:t>Dynamic routing can also share static default routes with the other routers.</a:t>
            </a:r>
          </a:p>
        </p:txBody>
      </p:sp>
      <p:pic>
        <p:nvPicPr>
          <p:cNvPr id="11266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90109" y="358055"/>
            <a:ext cx="5007757" cy="192875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1267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90109" y="2312213"/>
            <a:ext cx="4644736" cy="247068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797906835"/>
      </p:ext>
    </p:extLst>
  </p:cSld>
  <p:clrMapOvr>
    <a:masterClrMapping/>
  </p:clrMapOvr>
  <p:transition spd="slow">
    <p:wipe/>
  </p:transition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1600" dirty="0"/>
              <a:t>Introduction to Routing</a:t>
            </a:r>
            <a:br>
              <a:rPr lang="en-US" altLang="en-US" dirty="0"/>
            </a:br>
            <a:r>
              <a:rPr lang="en-US" altLang="en-US" dirty="0"/>
              <a:t>Video – IPv4 Router Routing Tables</a:t>
            </a:r>
            <a:endParaRPr lang="en-CA" altLang="en-US" dirty="0"/>
          </a:p>
        </p:txBody>
      </p:sp>
      <p:sp>
        <p:nvSpPr>
          <p:cNvPr id="13315" name="Content Placeholder 2"/>
          <p:cNvSpPr>
            <a:spLocks noGrp="1"/>
          </p:cNvSpPr>
          <p:nvPr>
            <p:ph idx="1"/>
          </p:nvPr>
        </p:nvSpPr>
        <p:spPr>
          <a:xfrm>
            <a:off x="249383" y="798944"/>
            <a:ext cx="8427026" cy="3093356"/>
          </a:xfrm>
        </p:spPr>
        <p:txBody>
          <a:bodyPr/>
          <a:lstStyle/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sz="1800" dirty="0"/>
              <a:t>This video will explain the information in the IPv4 router routing table.</a:t>
            </a:r>
            <a:endParaRPr lang="en-CA" altLang="en-US" sz="1800" dirty="0"/>
          </a:p>
        </p:txBody>
      </p:sp>
    </p:spTree>
    <p:extLst>
      <p:ext uri="{BB962C8B-B14F-4D97-AF65-F5344CB8AC3E}">
        <p14:creationId xmlns:p14="http://schemas.microsoft.com/office/powerpoint/2010/main" val="3462195043"/>
      </p:ext>
    </p:extLst>
  </p:cSld>
  <p:clrMapOvr>
    <a:masterClrMapping/>
  </p:clrMapOvr>
  <p:transition spd="slow">
    <p:wipe/>
  </p:transition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1600" dirty="0"/>
              <a:t>Introduction to Routing</a:t>
            </a:r>
            <a:br>
              <a:rPr lang="en-US" altLang="en-US" dirty="0"/>
            </a:br>
            <a:r>
              <a:rPr lang="en-US" altLang="en-US" dirty="0"/>
              <a:t>Introduction to an IPv4 Routing Table</a:t>
            </a:r>
            <a:endParaRPr lang="en-CA" altLang="en-US" dirty="0"/>
          </a:p>
        </p:txBody>
      </p:sp>
      <p:sp>
        <p:nvSpPr>
          <p:cNvPr id="13315" name="Content Placeholder 2"/>
          <p:cNvSpPr>
            <a:spLocks noGrp="1"/>
          </p:cNvSpPr>
          <p:nvPr>
            <p:ph idx="1"/>
          </p:nvPr>
        </p:nvSpPr>
        <p:spPr>
          <a:xfrm>
            <a:off x="135082" y="817311"/>
            <a:ext cx="3979718" cy="3723515"/>
          </a:xfrm>
        </p:spPr>
        <p:txBody>
          <a:bodyPr/>
          <a:lstStyle/>
          <a:p>
            <a:pPr marL="0" indent="0">
              <a:buNone/>
            </a:pPr>
            <a:r>
              <a:rPr lang="en-CA" altLang="en-US" dirty="0"/>
              <a:t>The </a:t>
            </a:r>
            <a:r>
              <a:rPr lang="en-US" b="1" dirty="0"/>
              <a:t>show ip route </a:t>
            </a:r>
            <a:r>
              <a:rPr lang="en-US" dirty="0"/>
              <a:t>command shows the following route sources:</a:t>
            </a:r>
          </a:p>
          <a:p>
            <a:pPr lvl="1"/>
            <a:r>
              <a:rPr lang="en-US" b="1" dirty="0"/>
              <a:t>L</a:t>
            </a:r>
            <a:r>
              <a:rPr lang="en-US" dirty="0"/>
              <a:t> - Directly connected local interface IP address</a:t>
            </a:r>
          </a:p>
          <a:p>
            <a:pPr lvl="1"/>
            <a:r>
              <a:rPr lang="en-US" b="1" dirty="0"/>
              <a:t>C</a:t>
            </a:r>
            <a:r>
              <a:rPr lang="en-US" dirty="0"/>
              <a:t> – Directly connected network</a:t>
            </a:r>
          </a:p>
          <a:p>
            <a:pPr lvl="1"/>
            <a:r>
              <a:rPr lang="en-US" b="1" dirty="0"/>
              <a:t>S</a:t>
            </a:r>
            <a:r>
              <a:rPr lang="en-US" dirty="0"/>
              <a:t> – Static route was manually configured by an administrator</a:t>
            </a:r>
          </a:p>
          <a:p>
            <a:pPr lvl="1"/>
            <a:r>
              <a:rPr lang="en-US" b="1" dirty="0"/>
              <a:t>O</a:t>
            </a:r>
            <a:r>
              <a:rPr lang="en-US" dirty="0"/>
              <a:t> –  OSPF</a:t>
            </a:r>
          </a:p>
          <a:p>
            <a:pPr lvl="1"/>
            <a:r>
              <a:rPr lang="en-US" b="1" dirty="0"/>
              <a:t>D</a:t>
            </a:r>
            <a:r>
              <a:rPr lang="en-US" dirty="0"/>
              <a:t> – EIGRP</a:t>
            </a:r>
          </a:p>
          <a:p>
            <a:pPr marL="0" indent="0">
              <a:buNone/>
            </a:pPr>
            <a:r>
              <a:rPr lang="en-CA" altLang="en-US" dirty="0"/>
              <a:t>This command shows types of routes:</a:t>
            </a:r>
          </a:p>
          <a:p>
            <a:pPr lvl="1"/>
            <a:r>
              <a:rPr lang="en-CA" altLang="en-US" dirty="0"/>
              <a:t>Directly Connected – C and L</a:t>
            </a:r>
          </a:p>
          <a:p>
            <a:pPr lvl="1"/>
            <a:r>
              <a:rPr lang="en-CA" altLang="en-US" dirty="0"/>
              <a:t>Remote Routes – O, D, etc.</a:t>
            </a:r>
          </a:p>
          <a:p>
            <a:pPr lvl="1"/>
            <a:r>
              <a:rPr lang="en-CA" altLang="en-US" dirty="0"/>
              <a:t>Default Routes – S* </a:t>
            </a:r>
          </a:p>
        </p:txBody>
      </p:sp>
      <p:pic>
        <p:nvPicPr>
          <p:cNvPr id="12290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39491" y="817312"/>
            <a:ext cx="4904509" cy="390016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873737095"/>
      </p:ext>
    </p:extLst>
  </p:cSld>
  <p:clrMapOvr>
    <a:masterClrMapping/>
  </p:clrMapOvr>
  <p:transition spd="slow">
    <p:wipe/>
  </p:transition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16425" y="915409"/>
            <a:ext cx="8231464" cy="1802391"/>
          </a:xfrm>
        </p:spPr>
        <p:txBody>
          <a:bodyPr/>
          <a:lstStyle/>
          <a:p>
            <a:r>
              <a:rPr lang="en-US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8.6 Module Practice and Quiz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4122653524"/>
      </p:ext>
    </p:extLst>
  </p:cSld>
  <p:clrMapOvr>
    <a:masterClrMapping/>
  </p:clrMapOvr>
  <p:transition spd="slow">
    <p:wipe/>
  </p:transition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Title 1"/>
          <p:cNvSpPr>
            <a:spLocks noGrp="1"/>
          </p:cNvSpPr>
          <p:nvPr>
            <p:ph type="title"/>
          </p:nvPr>
        </p:nvSpPr>
        <p:spPr>
          <a:xfrm>
            <a:off x="1" y="41393"/>
            <a:ext cx="9144000" cy="757551"/>
          </a:xfrm>
        </p:spPr>
        <p:txBody>
          <a:bodyPr/>
          <a:lstStyle/>
          <a:p>
            <a:r>
              <a:rPr lang="en-US" altLang="en-US" sz="1600" dirty="0"/>
              <a:t>Module Practice and Quiz</a:t>
            </a:r>
            <a:br>
              <a:rPr lang="en-US" altLang="en-US" dirty="0"/>
            </a:br>
            <a:r>
              <a:rPr lang="en-US" altLang="en-US" dirty="0"/>
              <a:t>What did I learn in this module?</a:t>
            </a:r>
            <a:endParaRPr lang="en-CA" altLang="en-US" dirty="0"/>
          </a:p>
        </p:txBody>
      </p:sp>
      <p:sp>
        <p:nvSpPr>
          <p:cNvPr id="13315" name="Content Placeholder 2"/>
          <p:cNvSpPr>
            <a:spLocks noGrp="1"/>
          </p:cNvSpPr>
          <p:nvPr>
            <p:ph idx="1"/>
          </p:nvPr>
        </p:nvSpPr>
        <p:spPr>
          <a:xfrm>
            <a:off x="0" y="801475"/>
            <a:ext cx="8840141" cy="3874434"/>
          </a:xfrm>
        </p:spPr>
        <p:txBody>
          <a:bodyPr/>
          <a:lstStyle/>
          <a:p>
            <a:pPr lvl="2"/>
            <a:r>
              <a:rPr lang="en-US" sz="1600" dirty="0"/>
              <a:t>IP is connectionless, best effort, and media independent.</a:t>
            </a:r>
          </a:p>
          <a:p>
            <a:pPr lvl="2"/>
            <a:r>
              <a:rPr lang="en-US" sz="1600" dirty="0"/>
              <a:t>IP does not guarantee packet delivery.</a:t>
            </a:r>
            <a:endParaRPr lang="en-US" sz="1600" b="1" dirty="0"/>
          </a:p>
          <a:p>
            <a:pPr lvl="2"/>
            <a:r>
              <a:rPr lang="en-US" sz="1600" dirty="0"/>
              <a:t>IPv4 packet header consists of fields containing information about the packet.</a:t>
            </a:r>
            <a:endParaRPr lang="en-US" sz="1600" b="1" dirty="0"/>
          </a:p>
          <a:p>
            <a:pPr lvl="2"/>
            <a:r>
              <a:rPr lang="en-US" sz="1600" dirty="0"/>
              <a:t>IPv6 overcomes IPv4 lack of end-to-end connectivity and increased network complexity.</a:t>
            </a:r>
            <a:endParaRPr lang="en-US" sz="1600" b="1" dirty="0"/>
          </a:p>
          <a:p>
            <a:pPr lvl="2">
              <a:buFont typeface="Arial" panose="020B0604020202020204" pitchFamily="34" charset="0"/>
              <a:buChar char="•"/>
            </a:pPr>
            <a:r>
              <a:rPr lang="en-US" sz="1600" dirty="0"/>
              <a:t>A device will determine if a destination is itself, another local host, and a remote host.</a:t>
            </a:r>
          </a:p>
          <a:p>
            <a:pPr lvl="2">
              <a:buFont typeface="Arial" panose="020B0604020202020204" pitchFamily="34" charset="0"/>
              <a:buChar char="•"/>
            </a:pPr>
            <a:r>
              <a:rPr lang="en-US" sz="1600" dirty="0"/>
              <a:t>A default gateway is router that is part of the LAN and will be used as a door to other networks.</a:t>
            </a:r>
            <a:endParaRPr lang="en-US" sz="1600" b="1" dirty="0"/>
          </a:p>
          <a:p>
            <a:pPr lvl="2"/>
            <a:r>
              <a:rPr lang="en-US" sz="1600" dirty="0"/>
              <a:t>The routing table contains a list of all known network addresses (prefixes) and where to forward the packet.</a:t>
            </a:r>
          </a:p>
          <a:p>
            <a:pPr lvl="2"/>
            <a:r>
              <a:rPr lang="en-US" sz="1600" dirty="0"/>
              <a:t>The router uses longest subnet mask or prefix match.</a:t>
            </a:r>
          </a:p>
          <a:p>
            <a:pPr lvl="2"/>
            <a:r>
              <a:rPr lang="en-US" sz="1600" dirty="0"/>
              <a:t>The routing table has three types of route entries: directly connected networks, remote networks, and a default route.</a:t>
            </a:r>
          </a:p>
          <a:p>
            <a:pPr marL="0" indent="0">
              <a:buNone/>
            </a:pP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1069723964"/>
      </p:ext>
    </p:extLst>
  </p:cSld>
  <p:clrMapOvr>
    <a:masterClrMapping/>
  </p:clrMapOvr>
  <p:transition spd="slow">
    <p:wipe/>
  </p:transition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1" name="Rectangle 2"/>
          <p:cNvSpPr>
            <a:spLocks noGrp="1" noChangeArrowheads="1"/>
          </p:cNvSpPr>
          <p:nvPr>
            <p:ph type="title"/>
          </p:nvPr>
        </p:nvSpPr>
        <p:spPr>
          <a:xfrm>
            <a:off x="1" y="15993"/>
            <a:ext cx="9144000" cy="757551"/>
          </a:xfrm>
        </p:spPr>
        <p:txBody>
          <a:bodyPr/>
          <a:lstStyle/>
          <a:p>
            <a:r>
              <a:rPr lang="en-US" altLang="en-US" sz="1800" dirty="0"/>
              <a:t>Network Layer</a:t>
            </a:r>
            <a:br>
              <a:rPr lang="en-US" dirty="0">
                <a:latin typeface="Arial" charset="0"/>
              </a:rPr>
            </a:br>
            <a:r>
              <a:rPr lang="en-US" dirty="0">
                <a:latin typeface="Arial" charset="0"/>
              </a:rPr>
              <a:t>New Terms and Commands</a:t>
            </a:r>
          </a:p>
        </p:txBody>
      </p:sp>
      <p:sp>
        <p:nvSpPr>
          <p:cNvPr id="4" name="Content Placeholder 1"/>
          <p:cNvSpPr>
            <a:spLocks noGrp="1"/>
          </p:cNvSpPr>
          <p:nvPr>
            <p:ph idx="1"/>
          </p:nvPr>
        </p:nvSpPr>
        <p:spPr>
          <a:xfrm>
            <a:off x="286690" y="1028311"/>
            <a:ext cx="2721476" cy="3709769"/>
          </a:xfrm>
          <a:noFill/>
          <a:ln>
            <a:solidFill>
              <a:schemeClr val="accent1"/>
            </a:solidFill>
          </a:ln>
        </p:spPr>
        <p:txBody>
          <a:bodyPr/>
          <a:lstStyle/>
          <a:p>
            <a:pPr eaLnBrk="1" fontAlgn="b" hangingPunct="1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600" dirty="0"/>
              <a:t>Encapsulation</a:t>
            </a:r>
          </a:p>
          <a:p>
            <a:pPr eaLnBrk="1" fontAlgn="b" hangingPunct="1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600" dirty="0"/>
              <a:t>Routing</a:t>
            </a:r>
          </a:p>
          <a:p>
            <a:pPr eaLnBrk="1" fontAlgn="b" hangingPunct="1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600" dirty="0"/>
              <a:t>De-encapsulation</a:t>
            </a:r>
          </a:p>
          <a:p>
            <a:pPr fontAlgn="b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600" dirty="0"/>
              <a:t>Data payload</a:t>
            </a:r>
          </a:p>
          <a:p>
            <a:pPr eaLnBrk="1" fontAlgn="b" hangingPunct="1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600" dirty="0"/>
              <a:t>Packet</a:t>
            </a:r>
          </a:p>
          <a:p>
            <a:pPr eaLnBrk="1" fontAlgn="b" hangingPunct="1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600" dirty="0"/>
              <a:t>Internet Protocol Version 4 (IPv4)</a:t>
            </a:r>
          </a:p>
          <a:p>
            <a:pPr eaLnBrk="1" fontAlgn="b" hangingPunct="1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600" dirty="0"/>
              <a:t>Internet Protocol Version 6 (IPv6)</a:t>
            </a:r>
          </a:p>
          <a:p>
            <a:pPr eaLnBrk="1" fontAlgn="b" hangingPunct="1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600" dirty="0"/>
              <a:t>Network Layer PDU = IP Packet</a:t>
            </a:r>
          </a:p>
          <a:p>
            <a:pPr eaLnBrk="1" fontAlgn="b" hangingPunct="1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600" dirty="0"/>
              <a:t>IP Header</a:t>
            </a:r>
          </a:p>
        </p:txBody>
      </p:sp>
      <p:sp>
        <p:nvSpPr>
          <p:cNvPr id="6" name="Content Placeholder 1"/>
          <p:cNvSpPr txBox="1">
            <a:spLocks/>
          </p:cNvSpPr>
          <p:nvPr/>
        </p:nvSpPr>
        <p:spPr bwMode="auto">
          <a:xfrm>
            <a:off x="3008166" y="1019059"/>
            <a:ext cx="2850381" cy="3709769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vert="horz" wrap="square" lIns="82124" tIns="41061" rIns="82124" bIns="41061" numCol="1" anchor="t" anchorCtr="0" compatLnSpc="1">
            <a:prstTxWarp prst="textNoShape">
              <a:avLst/>
            </a:prstTxWarp>
          </a:bodyPr>
          <a:lstStyle>
            <a:lvl1pPr marL="236538" indent="-236538" algn="l" defTabSz="814388" rtl="0" eaLnBrk="0" fontAlgn="base" hangingPunct="0">
              <a:lnSpc>
                <a:spcPct val="95000"/>
              </a:lnSpc>
              <a:spcBef>
                <a:spcPct val="50000"/>
              </a:spcBef>
              <a:spcAft>
                <a:spcPct val="0"/>
              </a:spcAft>
              <a:buClr>
                <a:srgbClr val="708CA1"/>
              </a:buClr>
              <a:buFont typeface="Wingdings" charset="0"/>
              <a:buChar char="§"/>
              <a:defRPr sz="2400">
                <a:solidFill>
                  <a:schemeClr val="tx1"/>
                </a:solidFill>
                <a:latin typeface="+mn-lt"/>
                <a:ea typeface="ＭＳ Ｐゴシック" charset="0"/>
                <a:cs typeface="ＭＳ Ｐゴシック" charset="0"/>
              </a:defRPr>
            </a:lvl1pPr>
            <a:lvl2pPr marL="574675" indent="-117475" algn="l" defTabSz="814388" rtl="0" eaLnBrk="0" fontAlgn="base" hangingPunct="0">
              <a:lnSpc>
                <a:spcPct val="95000"/>
              </a:lnSpc>
              <a:spcBef>
                <a:spcPct val="35000"/>
              </a:spcBef>
              <a:spcAft>
                <a:spcPct val="0"/>
              </a:spcAft>
              <a:buClr>
                <a:srgbClr val="708CA1"/>
              </a:buClr>
              <a:defRPr sz="2000">
                <a:solidFill>
                  <a:schemeClr val="tx1"/>
                </a:solidFill>
                <a:latin typeface="+mn-lt"/>
                <a:ea typeface="ＭＳ Ｐゴシック" charset="0"/>
              </a:defRPr>
            </a:lvl2pPr>
            <a:lvl3pPr marL="914400" algn="l" defTabSz="814388" rtl="0" eaLnBrk="0" fontAlgn="base" hangingPunct="0">
              <a:lnSpc>
                <a:spcPct val="95000"/>
              </a:lnSpc>
              <a:spcBef>
                <a:spcPct val="35000"/>
              </a:spcBef>
              <a:spcAft>
                <a:spcPct val="0"/>
              </a:spcAft>
              <a:buClr>
                <a:srgbClr val="708CA1"/>
              </a:buClr>
              <a:defRPr sz="2000">
                <a:solidFill>
                  <a:schemeClr val="tx1"/>
                </a:solidFill>
                <a:latin typeface="+mn-lt"/>
                <a:ea typeface="ＭＳ Ｐゴシック" charset="0"/>
              </a:defRPr>
            </a:lvl3pPr>
            <a:lvl4pPr marL="1254125" indent="117475" algn="l" defTabSz="814388" rtl="0" eaLnBrk="0" fontAlgn="base" hangingPunct="0">
              <a:lnSpc>
                <a:spcPct val="95000"/>
              </a:lnSpc>
              <a:spcBef>
                <a:spcPct val="35000"/>
              </a:spcBef>
              <a:spcAft>
                <a:spcPct val="0"/>
              </a:spcAft>
              <a:buClr>
                <a:srgbClr val="708CA1"/>
              </a:buClr>
              <a:defRPr sz="2000">
                <a:solidFill>
                  <a:schemeClr val="tx1"/>
                </a:solidFill>
                <a:latin typeface="+mn-lt"/>
                <a:ea typeface="ＭＳ Ｐゴシック" charset="0"/>
              </a:defRPr>
            </a:lvl4pPr>
            <a:lvl5pPr marL="1604963" indent="223838" algn="l" defTabSz="814388" rtl="0" eaLnBrk="0" fontAlgn="base" hangingPunct="0">
              <a:lnSpc>
                <a:spcPct val="95000"/>
              </a:lnSpc>
              <a:spcBef>
                <a:spcPct val="35000"/>
              </a:spcBef>
              <a:spcAft>
                <a:spcPct val="0"/>
              </a:spcAft>
              <a:buClr>
                <a:srgbClr val="708CA1"/>
              </a:buClr>
              <a:defRPr sz="2000">
                <a:solidFill>
                  <a:schemeClr val="tx1"/>
                </a:solidFill>
                <a:latin typeface="+mn-lt"/>
                <a:ea typeface="ＭＳ Ｐゴシック" charset="0"/>
              </a:defRPr>
            </a:lvl5pPr>
            <a:lvl6pPr marL="2062163" algn="l" defTabSz="814388" rtl="0" eaLnBrk="1" fontAlgn="base" hangingPunct="1">
              <a:lnSpc>
                <a:spcPct val="95000"/>
              </a:lnSpc>
              <a:spcBef>
                <a:spcPct val="35000"/>
              </a:spcBef>
              <a:spcAft>
                <a:spcPct val="0"/>
              </a:spcAft>
              <a:buClr>
                <a:srgbClr val="708CA1"/>
              </a:buClr>
              <a:defRPr sz="2000">
                <a:solidFill>
                  <a:schemeClr val="tx1"/>
                </a:solidFill>
                <a:latin typeface="+mn-lt"/>
              </a:defRPr>
            </a:lvl6pPr>
            <a:lvl7pPr marL="2519363" algn="l" defTabSz="814388" rtl="0" eaLnBrk="1" fontAlgn="base" hangingPunct="1">
              <a:lnSpc>
                <a:spcPct val="95000"/>
              </a:lnSpc>
              <a:spcBef>
                <a:spcPct val="35000"/>
              </a:spcBef>
              <a:spcAft>
                <a:spcPct val="0"/>
              </a:spcAft>
              <a:buClr>
                <a:srgbClr val="708CA1"/>
              </a:buClr>
              <a:defRPr sz="2000">
                <a:solidFill>
                  <a:schemeClr val="tx1"/>
                </a:solidFill>
                <a:latin typeface="+mn-lt"/>
              </a:defRPr>
            </a:lvl7pPr>
            <a:lvl8pPr marL="2976563" algn="l" defTabSz="814388" rtl="0" eaLnBrk="1" fontAlgn="base" hangingPunct="1">
              <a:lnSpc>
                <a:spcPct val="95000"/>
              </a:lnSpc>
              <a:spcBef>
                <a:spcPct val="35000"/>
              </a:spcBef>
              <a:spcAft>
                <a:spcPct val="0"/>
              </a:spcAft>
              <a:buClr>
                <a:srgbClr val="708CA1"/>
              </a:buClr>
              <a:defRPr sz="2000">
                <a:solidFill>
                  <a:schemeClr val="tx1"/>
                </a:solidFill>
                <a:latin typeface="+mn-lt"/>
              </a:defRPr>
            </a:lvl8pPr>
            <a:lvl9pPr marL="3433763" algn="l" defTabSz="814388" rtl="0" eaLnBrk="1" fontAlgn="base" hangingPunct="1">
              <a:lnSpc>
                <a:spcPct val="95000"/>
              </a:lnSpc>
              <a:spcBef>
                <a:spcPct val="35000"/>
              </a:spcBef>
              <a:spcAft>
                <a:spcPct val="0"/>
              </a:spcAft>
              <a:buClr>
                <a:srgbClr val="708CA1"/>
              </a:buClr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eaLnBrk="1" fontAlgn="ctr" hangingPunct="1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000000"/>
                </a:solidFill>
              </a:rPr>
              <a:t>Best effort delivery</a:t>
            </a:r>
          </a:p>
          <a:p>
            <a:pPr eaLnBrk="1" fontAlgn="ctr" hangingPunct="1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000000"/>
                </a:solidFill>
              </a:rPr>
              <a:t>Media independent</a:t>
            </a:r>
          </a:p>
          <a:p>
            <a:pPr eaLnBrk="1" fontAlgn="b" hangingPunct="1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000000"/>
                </a:solidFill>
              </a:rPr>
              <a:t>Connectionless</a:t>
            </a:r>
          </a:p>
          <a:p>
            <a:pPr eaLnBrk="1" fontAlgn="b" hangingPunct="1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000000"/>
                </a:solidFill>
              </a:rPr>
              <a:t>Unreliable</a:t>
            </a:r>
          </a:p>
          <a:p>
            <a:pPr eaLnBrk="1" fontAlgn="b" hangingPunct="1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000000"/>
                </a:solidFill>
              </a:rPr>
              <a:t>Maximum Transmission Unit (MTU)</a:t>
            </a:r>
          </a:p>
          <a:p>
            <a:pPr eaLnBrk="1" fontAlgn="b" hangingPunct="1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000000"/>
                </a:solidFill>
              </a:rPr>
              <a:t>Version</a:t>
            </a:r>
          </a:p>
          <a:p>
            <a:pPr eaLnBrk="1" fontAlgn="b" hangingPunct="1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000000"/>
                </a:solidFill>
              </a:rPr>
              <a:t>Differentiated Services (DS)</a:t>
            </a:r>
          </a:p>
          <a:p>
            <a:pPr eaLnBrk="1" fontAlgn="b" hangingPunct="1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000000"/>
                </a:solidFill>
              </a:rPr>
              <a:t>Time-to-Live (TTL)</a:t>
            </a:r>
          </a:p>
          <a:p>
            <a:pPr eaLnBrk="1" fontAlgn="b" hangingPunct="1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000000"/>
                </a:solidFill>
              </a:rPr>
              <a:t>Internet Control Message Protocol (ICMP)</a:t>
            </a:r>
          </a:p>
          <a:p>
            <a:pPr marL="0" indent="0" eaLnBrk="1" fontAlgn="b" hangingPunct="1">
              <a:buNone/>
            </a:pPr>
            <a:endParaRPr lang="en-US" sz="1600" dirty="0"/>
          </a:p>
        </p:txBody>
      </p:sp>
      <p:sp>
        <p:nvSpPr>
          <p:cNvPr id="8" name="Content Placeholder 1"/>
          <p:cNvSpPr txBox="1">
            <a:spLocks/>
          </p:cNvSpPr>
          <p:nvPr/>
        </p:nvSpPr>
        <p:spPr bwMode="auto">
          <a:xfrm>
            <a:off x="5858547" y="1028311"/>
            <a:ext cx="2841064" cy="3657047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vert="horz" wrap="square" lIns="82124" tIns="41061" rIns="82124" bIns="41061" numCol="1" anchor="t" anchorCtr="0" compatLnSpc="1">
            <a:prstTxWarp prst="textNoShape">
              <a:avLst/>
            </a:prstTxWarp>
          </a:bodyPr>
          <a:lstStyle>
            <a:lvl1pPr marL="236538" indent="-236538" algn="l" defTabSz="814388" rtl="0" eaLnBrk="0" fontAlgn="base" hangingPunct="0">
              <a:lnSpc>
                <a:spcPct val="95000"/>
              </a:lnSpc>
              <a:spcBef>
                <a:spcPct val="50000"/>
              </a:spcBef>
              <a:spcAft>
                <a:spcPct val="0"/>
              </a:spcAft>
              <a:buClr>
                <a:srgbClr val="708CA1"/>
              </a:buClr>
              <a:buFont typeface="Wingdings" charset="0"/>
              <a:buChar char="§"/>
              <a:defRPr sz="2400">
                <a:solidFill>
                  <a:schemeClr val="tx1"/>
                </a:solidFill>
                <a:latin typeface="+mn-lt"/>
                <a:ea typeface="ＭＳ Ｐゴシック" charset="0"/>
                <a:cs typeface="ＭＳ Ｐゴシック" charset="0"/>
              </a:defRPr>
            </a:lvl1pPr>
            <a:lvl2pPr marL="574675" indent="-117475" algn="l" defTabSz="814388" rtl="0" eaLnBrk="0" fontAlgn="base" hangingPunct="0">
              <a:lnSpc>
                <a:spcPct val="95000"/>
              </a:lnSpc>
              <a:spcBef>
                <a:spcPct val="35000"/>
              </a:spcBef>
              <a:spcAft>
                <a:spcPct val="0"/>
              </a:spcAft>
              <a:buClr>
                <a:srgbClr val="708CA1"/>
              </a:buClr>
              <a:defRPr sz="2000">
                <a:solidFill>
                  <a:schemeClr val="tx1"/>
                </a:solidFill>
                <a:latin typeface="+mn-lt"/>
                <a:ea typeface="ＭＳ Ｐゴシック" charset="0"/>
              </a:defRPr>
            </a:lvl2pPr>
            <a:lvl3pPr marL="914400" algn="l" defTabSz="814388" rtl="0" eaLnBrk="0" fontAlgn="base" hangingPunct="0">
              <a:lnSpc>
                <a:spcPct val="95000"/>
              </a:lnSpc>
              <a:spcBef>
                <a:spcPct val="35000"/>
              </a:spcBef>
              <a:spcAft>
                <a:spcPct val="0"/>
              </a:spcAft>
              <a:buClr>
                <a:srgbClr val="708CA1"/>
              </a:buClr>
              <a:defRPr sz="2000">
                <a:solidFill>
                  <a:schemeClr val="tx1"/>
                </a:solidFill>
                <a:latin typeface="+mn-lt"/>
                <a:ea typeface="ＭＳ Ｐゴシック" charset="0"/>
              </a:defRPr>
            </a:lvl3pPr>
            <a:lvl4pPr marL="1254125" indent="117475" algn="l" defTabSz="814388" rtl="0" eaLnBrk="0" fontAlgn="base" hangingPunct="0">
              <a:lnSpc>
                <a:spcPct val="95000"/>
              </a:lnSpc>
              <a:spcBef>
                <a:spcPct val="35000"/>
              </a:spcBef>
              <a:spcAft>
                <a:spcPct val="0"/>
              </a:spcAft>
              <a:buClr>
                <a:srgbClr val="708CA1"/>
              </a:buClr>
              <a:defRPr sz="2000">
                <a:solidFill>
                  <a:schemeClr val="tx1"/>
                </a:solidFill>
                <a:latin typeface="+mn-lt"/>
                <a:ea typeface="ＭＳ Ｐゴシック" charset="0"/>
              </a:defRPr>
            </a:lvl4pPr>
            <a:lvl5pPr marL="1604963" indent="223838" algn="l" defTabSz="814388" rtl="0" eaLnBrk="0" fontAlgn="base" hangingPunct="0">
              <a:lnSpc>
                <a:spcPct val="95000"/>
              </a:lnSpc>
              <a:spcBef>
                <a:spcPct val="35000"/>
              </a:spcBef>
              <a:spcAft>
                <a:spcPct val="0"/>
              </a:spcAft>
              <a:buClr>
                <a:srgbClr val="708CA1"/>
              </a:buClr>
              <a:defRPr sz="2000">
                <a:solidFill>
                  <a:schemeClr val="tx1"/>
                </a:solidFill>
                <a:latin typeface="+mn-lt"/>
                <a:ea typeface="ＭＳ Ｐゴシック" charset="0"/>
              </a:defRPr>
            </a:lvl5pPr>
            <a:lvl6pPr marL="2062163" algn="l" defTabSz="814388" rtl="0" eaLnBrk="1" fontAlgn="base" hangingPunct="1">
              <a:lnSpc>
                <a:spcPct val="95000"/>
              </a:lnSpc>
              <a:spcBef>
                <a:spcPct val="35000"/>
              </a:spcBef>
              <a:spcAft>
                <a:spcPct val="0"/>
              </a:spcAft>
              <a:buClr>
                <a:srgbClr val="708CA1"/>
              </a:buClr>
              <a:defRPr sz="2000">
                <a:solidFill>
                  <a:schemeClr val="tx1"/>
                </a:solidFill>
                <a:latin typeface="+mn-lt"/>
              </a:defRPr>
            </a:lvl6pPr>
            <a:lvl7pPr marL="2519363" algn="l" defTabSz="814388" rtl="0" eaLnBrk="1" fontAlgn="base" hangingPunct="1">
              <a:lnSpc>
                <a:spcPct val="95000"/>
              </a:lnSpc>
              <a:spcBef>
                <a:spcPct val="35000"/>
              </a:spcBef>
              <a:spcAft>
                <a:spcPct val="0"/>
              </a:spcAft>
              <a:buClr>
                <a:srgbClr val="708CA1"/>
              </a:buClr>
              <a:defRPr sz="2000">
                <a:solidFill>
                  <a:schemeClr val="tx1"/>
                </a:solidFill>
                <a:latin typeface="+mn-lt"/>
              </a:defRPr>
            </a:lvl7pPr>
            <a:lvl8pPr marL="2976563" algn="l" defTabSz="814388" rtl="0" eaLnBrk="1" fontAlgn="base" hangingPunct="1">
              <a:lnSpc>
                <a:spcPct val="95000"/>
              </a:lnSpc>
              <a:spcBef>
                <a:spcPct val="35000"/>
              </a:spcBef>
              <a:spcAft>
                <a:spcPct val="0"/>
              </a:spcAft>
              <a:buClr>
                <a:srgbClr val="708CA1"/>
              </a:buClr>
              <a:defRPr sz="2000">
                <a:solidFill>
                  <a:schemeClr val="tx1"/>
                </a:solidFill>
                <a:latin typeface="+mn-lt"/>
              </a:defRPr>
            </a:lvl8pPr>
            <a:lvl9pPr marL="3433763" algn="l" defTabSz="814388" rtl="0" eaLnBrk="1" fontAlgn="base" hangingPunct="1">
              <a:lnSpc>
                <a:spcPct val="95000"/>
              </a:lnSpc>
              <a:spcBef>
                <a:spcPct val="35000"/>
              </a:spcBef>
              <a:spcAft>
                <a:spcPct val="0"/>
              </a:spcAft>
              <a:buClr>
                <a:srgbClr val="708CA1"/>
              </a:buClr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eaLnBrk="1" fontAlgn="b" hangingPunct="1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000000"/>
                </a:solidFill>
              </a:rPr>
              <a:t>Identification, Flags, Fragment Offset fields</a:t>
            </a:r>
          </a:p>
          <a:p>
            <a:pPr eaLnBrk="1" fontAlgn="b" hangingPunct="1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000000"/>
                </a:solidFill>
              </a:rPr>
              <a:t>Network Address Translation (NAT)</a:t>
            </a:r>
          </a:p>
          <a:p>
            <a:pPr eaLnBrk="1" fontAlgn="b" hangingPunct="1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000000"/>
                </a:solidFill>
              </a:rPr>
              <a:t>Traffic Class</a:t>
            </a:r>
          </a:p>
          <a:p>
            <a:pPr eaLnBrk="1" fontAlgn="b" hangingPunct="1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000000"/>
                </a:solidFill>
              </a:rPr>
              <a:t>Flow Label</a:t>
            </a:r>
          </a:p>
          <a:p>
            <a:pPr eaLnBrk="1" fontAlgn="b" hangingPunct="1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000000"/>
                </a:solidFill>
              </a:rPr>
              <a:t>Payload Length</a:t>
            </a:r>
          </a:p>
          <a:p>
            <a:pPr eaLnBrk="1" fontAlgn="b" hangingPunct="1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000000"/>
                </a:solidFill>
              </a:rPr>
              <a:t>Next Header</a:t>
            </a:r>
          </a:p>
          <a:p>
            <a:pPr eaLnBrk="1" fontAlgn="b" hangingPunct="1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000000"/>
                </a:solidFill>
              </a:rPr>
              <a:t>Hop Limit</a:t>
            </a:r>
          </a:p>
          <a:p>
            <a:pPr eaLnBrk="1" fontAlgn="b" hangingPunct="1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000000"/>
                </a:solidFill>
              </a:rPr>
              <a:t>Extension Headers</a:t>
            </a:r>
          </a:p>
          <a:p>
            <a:pPr eaLnBrk="1" fontAlgn="b" hangingPunct="1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000000"/>
                </a:solidFill>
              </a:rPr>
              <a:t>Local host</a:t>
            </a:r>
          </a:p>
          <a:p>
            <a:pPr eaLnBrk="1" fontAlgn="b" hangingPunct="1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000000"/>
                </a:solidFill>
              </a:rPr>
              <a:t>Remote host</a:t>
            </a:r>
          </a:p>
          <a:p>
            <a:pPr eaLnBrk="1" fontAlgn="b" hangingPunct="1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000000"/>
                </a:solidFill>
              </a:rPr>
              <a:t>Default Gateway</a:t>
            </a:r>
          </a:p>
        </p:txBody>
      </p:sp>
    </p:spTree>
    <p:extLst>
      <p:ext uri="{BB962C8B-B14F-4D97-AF65-F5344CB8AC3E}">
        <p14:creationId xmlns:p14="http://schemas.microsoft.com/office/powerpoint/2010/main" val="494180527"/>
      </p:ext>
    </p:extLst>
  </p:cSld>
  <p:clrMapOvr>
    <a:masterClrMapping/>
  </p:clrMapOvr>
  <p:transition spd="med">
    <p:wipe dir="r"/>
  </p:transition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1800" dirty="0">
                <a:latin typeface="Arial" charset="0"/>
              </a:rPr>
              <a:t>Network Layer</a:t>
            </a:r>
            <a:br>
              <a:rPr lang="en-US" dirty="0">
                <a:latin typeface="Arial" charset="0"/>
              </a:rPr>
            </a:br>
            <a:r>
              <a:rPr lang="en-US" dirty="0">
                <a:latin typeface="Arial" charset="0"/>
              </a:rPr>
              <a:t>New Terms and Commands</a:t>
            </a:r>
          </a:p>
        </p:txBody>
      </p:sp>
      <p:sp>
        <p:nvSpPr>
          <p:cNvPr id="4" name="Content Placeholder 1"/>
          <p:cNvSpPr>
            <a:spLocks noGrp="1"/>
          </p:cNvSpPr>
          <p:nvPr>
            <p:ph idx="1"/>
          </p:nvPr>
        </p:nvSpPr>
        <p:spPr>
          <a:xfrm>
            <a:off x="276908" y="1019059"/>
            <a:ext cx="2721476" cy="3709769"/>
          </a:xfrm>
          <a:ln>
            <a:solidFill>
              <a:srgbClr val="000000"/>
            </a:solidFill>
          </a:ln>
        </p:spPr>
        <p:txBody>
          <a:bodyPr/>
          <a:lstStyle/>
          <a:p>
            <a:pPr eaLnBrk="1" fontAlgn="b" hangingPunct="1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600" dirty="0" err="1"/>
              <a:t>netstat</a:t>
            </a:r>
            <a:r>
              <a:rPr lang="en-US" sz="1600" dirty="0"/>
              <a:t> –r</a:t>
            </a:r>
          </a:p>
          <a:p>
            <a:pPr eaLnBrk="1" fontAlgn="b" hangingPunct="1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600" dirty="0"/>
              <a:t>route print</a:t>
            </a:r>
          </a:p>
          <a:p>
            <a:pPr eaLnBrk="1" fontAlgn="b" hangingPunct="1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600" dirty="0"/>
              <a:t>interface list</a:t>
            </a:r>
          </a:p>
          <a:p>
            <a:pPr eaLnBrk="1" fontAlgn="b" hangingPunct="1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600" dirty="0"/>
              <a:t>IPv4 Route Table</a:t>
            </a:r>
          </a:p>
          <a:p>
            <a:pPr eaLnBrk="1" fontAlgn="b" hangingPunct="1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600" dirty="0"/>
              <a:t>IPv6 Route Table</a:t>
            </a:r>
          </a:p>
          <a:p>
            <a:pPr eaLnBrk="1" fontAlgn="b" hangingPunct="1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600" dirty="0"/>
              <a:t>directly-connected routes</a:t>
            </a:r>
          </a:p>
          <a:p>
            <a:pPr eaLnBrk="1" fontAlgn="b" hangingPunct="1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600" dirty="0"/>
              <a:t>remote routes</a:t>
            </a:r>
          </a:p>
          <a:p>
            <a:pPr eaLnBrk="1" fontAlgn="b" hangingPunct="1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600" dirty="0"/>
              <a:t>default route</a:t>
            </a:r>
          </a:p>
          <a:p>
            <a:pPr eaLnBrk="1" fontAlgn="b" hangingPunct="1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600" b="1" dirty="0"/>
              <a:t>show </a:t>
            </a:r>
            <a:r>
              <a:rPr lang="en-US" sz="1600" b="1" dirty="0" err="1"/>
              <a:t>ip</a:t>
            </a:r>
            <a:r>
              <a:rPr lang="en-US" sz="1600" b="1" dirty="0"/>
              <a:t> route</a:t>
            </a:r>
            <a:endParaRPr lang="en-US" sz="1600" dirty="0"/>
          </a:p>
          <a:p>
            <a:pPr eaLnBrk="1" fontAlgn="b" hangingPunct="1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600" dirty="0"/>
              <a:t>route source</a:t>
            </a:r>
          </a:p>
          <a:p>
            <a:pPr eaLnBrk="1" fontAlgn="b" hangingPunct="1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600" dirty="0"/>
              <a:t>destination network</a:t>
            </a:r>
          </a:p>
          <a:p>
            <a:pPr eaLnBrk="1" fontAlgn="b" hangingPunct="1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600" dirty="0"/>
              <a:t>outgoing interface</a:t>
            </a:r>
          </a:p>
          <a:p>
            <a:pPr eaLnBrk="1" fontAlgn="b" hangingPunct="1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600" dirty="0"/>
              <a:t>administrative distance</a:t>
            </a:r>
          </a:p>
          <a:p>
            <a:pPr eaLnBrk="1" fontAlgn="b" hangingPunct="1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600" dirty="0"/>
              <a:t>metric</a:t>
            </a:r>
          </a:p>
        </p:txBody>
      </p:sp>
      <p:sp>
        <p:nvSpPr>
          <p:cNvPr id="6" name="Content Placeholder 1"/>
          <p:cNvSpPr txBox="1">
            <a:spLocks/>
          </p:cNvSpPr>
          <p:nvPr/>
        </p:nvSpPr>
        <p:spPr bwMode="auto">
          <a:xfrm>
            <a:off x="3005998" y="1019058"/>
            <a:ext cx="2850381" cy="3709769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vert="horz" wrap="square" lIns="82124" tIns="41061" rIns="82124" bIns="41061" numCol="1" anchor="t" anchorCtr="0" compatLnSpc="1">
            <a:prstTxWarp prst="textNoShape">
              <a:avLst/>
            </a:prstTxWarp>
          </a:bodyPr>
          <a:lstStyle>
            <a:lvl1pPr marL="236538" indent="-236538" algn="l" defTabSz="814388" rtl="0" eaLnBrk="0" fontAlgn="base" hangingPunct="0">
              <a:lnSpc>
                <a:spcPct val="95000"/>
              </a:lnSpc>
              <a:spcBef>
                <a:spcPct val="50000"/>
              </a:spcBef>
              <a:spcAft>
                <a:spcPct val="0"/>
              </a:spcAft>
              <a:buClr>
                <a:srgbClr val="708CA1"/>
              </a:buClr>
              <a:buFont typeface="Wingdings" charset="0"/>
              <a:buChar char="§"/>
              <a:defRPr sz="2400">
                <a:solidFill>
                  <a:schemeClr val="tx1"/>
                </a:solidFill>
                <a:latin typeface="+mn-lt"/>
                <a:ea typeface="ＭＳ Ｐゴシック" charset="0"/>
                <a:cs typeface="ＭＳ Ｐゴシック" charset="0"/>
              </a:defRPr>
            </a:lvl1pPr>
            <a:lvl2pPr marL="574675" indent="-117475" algn="l" defTabSz="814388" rtl="0" eaLnBrk="0" fontAlgn="base" hangingPunct="0">
              <a:lnSpc>
                <a:spcPct val="95000"/>
              </a:lnSpc>
              <a:spcBef>
                <a:spcPct val="35000"/>
              </a:spcBef>
              <a:spcAft>
                <a:spcPct val="0"/>
              </a:spcAft>
              <a:buClr>
                <a:srgbClr val="708CA1"/>
              </a:buClr>
              <a:defRPr sz="2000">
                <a:solidFill>
                  <a:schemeClr val="tx1"/>
                </a:solidFill>
                <a:latin typeface="+mn-lt"/>
                <a:ea typeface="ＭＳ Ｐゴシック" charset="0"/>
              </a:defRPr>
            </a:lvl2pPr>
            <a:lvl3pPr marL="914400" algn="l" defTabSz="814388" rtl="0" eaLnBrk="0" fontAlgn="base" hangingPunct="0">
              <a:lnSpc>
                <a:spcPct val="95000"/>
              </a:lnSpc>
              <a:spcBef>
                <a:spcPct val="35000"/>
              </a:spcBef>
              <a:spcAft>
                <a:spcPct val="0"/>
              </a:spcAft>
              <a:buClr>
                <a:srgbClr val="708CA1"/>
              </a:buClr>
              <a:defRPr sz="2000">
                <a:solidFill>
                  <a:schemeClr val="tx1"/>
                </a:solidFill>
                <a:latin typeface="+mn-lt"/>
                <a:ea typeface="ＭＳ Ｐゴシック" charset="0"/>
              </a:defRPr>
            </a:lvl3pPr>
            <a:lvl4pPr marL="1254125" indent="117475" algn="l" defTabSz="814388" rtl="0" eaLnBrk="0" fontAlgn="base" hangingPunct="0">
              <a:lnSpc>
                <a:spcPct val="95000"/>
              </a:lnSpc>
              <a:spcBef>
                <a:spcPct val="35000"/>
              </a:spcBef>
              <a:spcAft>
                <a:spcPct val="0"/>
              </a:spcAft>
              <a:buClr>
                <a:srgbClr val="708CA1"/>
              </a:buClr>
              <a:defRPr sz="2000">
                <a:solidFill>
                  <a:schemeClr val="tx1"/>
                </a:solidFill>
                <a:latin typeface="+mn-lt"/>
                <a:ea typeface="ＭＳ Ｐゴシック" charset="0"/>
              </a:defRPr>
            </a:lvl4pPr>
            <a:lvl5pPr marL="1604963" indent="223838" algn="l" defTabSz="814388" rtl="0" eaLnBrk="0" fontAlgn="base" hangingPunct="0">
              <a:lnSpc>
                <a:spcPct val="95000"/>
              </a:lnSpc>
              <a:spcBef>
                <a:spcPct val="35000"/>
              </a:spcBef>
              <a:spcAft>
                <a:spcPct val="0"/>
              </a:spcAft>
              <a:buClr>
                <a:srgbClr val="708CA1"/>
              </a:buClr>
              <a:defRPr sz="2000">
                <a:solidFill>
                  <a:schemeClr val="tx1"/>
                </a:solidFill>
                <a:latin typeface="+mn-lt"/>
                <a:ea typeface="ＭＳ Ｐゴシック" charset="0"/>
              </a:defRPr>
            </a:lvl5pPr>
            <a:lvl6pPr marL="2062163" algn="l" defTabSz="814388" rtl="0" eaLnBrk="1" fontAlgn="base" hangingPunct="1">
              <a:lnSpc>
                <a:spcPct val="95000"/>
              </a:lnSpc>
              <a:spcBef>
                <a:spcPct val="35000"/>
              </a:spcBef>
              <a:spcAft>
                <a:spcPct val="0"/>
              </a:spcAft>
              <a:buClr>
                <a:srgbClr val="708CA1"/>
              </a:buClr>
              <a:defRPr sz="2000">
                <a:solidFill>
                  <a:schemeClr val="tx1"/>
                </a:solidFill>
                <a:latin typeface="+mn-lt"/>
              </a:defRPr>
            </a:lvl6pPr>
            <a:lvl7pPr marL="2519363" algn="l" defTabSz="814388" rtl="0" eaLnBrk="1" fontAlgn="base" hangingPunct="1">
              <a:lnSpc>
                <a:spcPct val="95000"/>
              </a:lnSpc>
              <a:spcBef>
                <a:spcPct val="35000"/>
              </a:spcBef>
              <a:spcAft>
                <a:spcPct val="0"/>
              </a:spcAft>
              <a:buClr>
                <a:srgbClr val="708CA1"/>
              </a:buClr>
              <a:defRPr sz="2000">
                <a:solidFill>
                  <a:schemeClr val="tx1"/>
                </a:solidFill>
                <a:latin typeface="+mn-lt"/>
              </a:defRPr>
            </a:lvl7pPr>
            <a:lvl8pPr marL="2976563" algn="l" defTabSz="814388" rtl="0" eaLnBrk="1" fontAlgn="base" hangingPunct="1">
              <a:lnSpc>
                <a:spcPct val="95000"/>
              </a:lnSpc>
              <a:spcBef>
                <a:spcPct val="35000"/>
              </a:spcBef>
              <a:spcAft>
                <a:spcPct val="0"/>
              </a:spcAft>
              <a:buClr>
                <a:srgbClr val="708CA1"/>
              </a:buClr>
              <a:defRPr sz="2000">
                <a:solidFill>
                  <a:schemeClr val="tx1"/>
                </a:solidFill>
                <a:latin typeface="+mn-lt"/>
              </a:defRPr>
            </a:lvl8pPr>
            <a:lvl9pPr marL="3433763" algn="l" defTabSz="814388" rtl="0" eaLnBrk="1" fontAlgn="base" hangingPunct="1">
              <a:lnSpc>
                <a:spcPct val="95000"/>
              </a:lnSpc>
              <a:spcBef>
                <a:spcPct val="35000"/>
              </a:spcBef>
              <a:spcAft>
                <a:spcPct val="0"/>
              </a:spcAft>
              <a:buClr>
                <a:srgbClr val="708CA1"/>
              </a:buClr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eaLnBrk="1" fontAlgn="b" hangingPunct="1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000000"/>
                </a:solidFill>
              </a:rPr>
              <a:t>next-hop</a:t>
            </a:r>
          </a:p>
          <a:p>
            <a:pPr eaLnBrk="1" fontAlgn="b" hangingPunct="1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000000"/>
                </a:solidFill>
              </a:rPr>
              <a:t>route timestamp</a:t>
            </a:r>
          </a:p>
        </p:txBody>
      </p:sp>
    </p:spTree>
    <p:extLst>
      <p:ext uri="{BB962C8B-B14F-4D97-AF65-F5344CB8AC3E}">
        <p14:creationId xmlns:p14="http://schemas.microsoft.com/office/powerpoint/2010/main" val="1301599263"/>
      </p:ext>
    </p:extLst>
  </p:cSld>
  <p:clrMapOvr>
    <a:masterClrMapping/>
  </p:clrMapOvr>
  <p:transition spd="med">
    <p:wipe dir="r"/>
  </p:transition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51918512"/>
      </p:ext>
    </p:extLst>
  </p:cSld>
  <p:clrMapOvr>
    <a:masterClrMapping/>
  </p:clrMapOvr>
  <p:transition spd="slow">
    <p:wipe/>
  </p:transition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COUNT" val="67"/>
  <p:tag name="ARTICULATE_PROJECT_OPEN" val="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heme/theme1.xml><?xml version="1.0" encoding="utf-8"?>
<a:theme xmlns:a="http://schemas.openxmlformats.org/drawingml/2006/main" name="Default Theme">
  <a:themeElements>
    <a:clrScheme name="Custom 6">
      <a:dk1>
        <a:srgbClr val="58585B"/>
      </a:dk1>
      <a:lt1>
        <a:srgbClr val="FFFFFF"/>
      </a:lt1>
      <a:dk2>
        <a:srgbClr val="58585B"/>
      </a:dk2>
      <a:lt2>
        <a:srgbClr val="81C569"/>
      </a:lt2>
      <a:accent1>
        <a:srgbClr val="004C69"/>
      </a:accent1>
      <a:accent2>
        <a:srgbClr val="9E0B0F"/>
      </a:accent2>
      <a:accent3>
        <a:srgbClr val="FFFFFF"/>
      </a:accent3>
      <a:accent4>
        <a:srgbClr val="367187"/>
      </a:accent4>
      <a:accent5>
        <a:srgbClr val="38C6F4"/>
      </a:accent5>
      <a:accent6>
        <a:srgbClr val="FBAB18"/>
      </a:accent6>
      <a:hlink>
        <a:srgbClr val="38C6F4"/>
      </a:hlink>
      <a:folHlink>
        <a:srgbClr val="81C569"/>
      </a:folHlink>
    </a:clrScheme>
    <a:fontScheme name="Office Classic 2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36A4D7"/>
        </a:solidFill>
        <a:ln>
          <a:noFill/>
        </a:ln>
        <a:effectLst/>
      </a:spPr>
      <a:bodyPr rtlCol="0" anchor="ctr"/>
      <a:lstStyle>
        <a:defPPr algn="ctr">
          <a:defRPr dirty="0" smtClean="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Default Theme" id="{A3178FD6-045E-43BB-9FF9-79BDC55288A1}" vid="{B3635A64-254C-4D4D-B1C2-6197525273F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Default Theme</Template>
  <TotalTime>21058</TotalTime>
  <Words>2928</Words>
  <Application>Microsoft Office PowerPoint</Application>
  <PresentationFormat>On-screen Show (16:9)</PresentationFormat>
  <Paragraphs>447</Paragraphs>
  <Slides>40</Slides>
  <Notes>39</Notes>
  <HiddenSlides>2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40</vt:i4>
      </vt:variant>
    </vt:vector>
  </HeadingPairs>
  <TitlesOfParts>
    <vt:vector size="45" baseType="lpstr">
      <vt:lpstr>Arial</vt:lpstr>
      <vt:lpstr>Calibri</vt:lpstr>
      <vt:lpstr>CiscoSans ExtraLight</vt:lpstr>
      <vt:lpstr>Wingdings</vt:lpstr>
      <vt:lpstr>Default Theme</vt:lpstr>
      <vt:lpstr>Module 8: Network Layer</vt:lpstr>
      <vt:lpstr>Module 8: Topics</vt:lpstr>
      <vt:lpstr>8.1 Network Layer Characteristics</vt:lpstr>
      <vt:lpstr>Network Layer Characteristics The Network Layer</vt:lpstr>
      <vt:lpstr>Network Layer Characteristics IP Encapsulation</vt:lpstr>
      <vt:lpstr>Network Layer Characteristics Characteristics of IP</vt:lpstr>
      <vt:lpstr>Network Layer Characteristics Connectionless</vt:lpstr>
      <vt:lpstr>Network Layer Characteristics Best Effort</vt:lpstr>
      <vt:lpstr>Network Layer Characteristics Media Independent</vt:lpstr>
      <vt:lpstr>Network Layer Characteristics Media Independent (Contd.)</vt:lpstr>
      <vt:lpstr>8.2 IPv4 Packet</vt:lpstr>
      <vt:lpstr>IPv4 Packet IPv4 Packet Header</vt:lpstr>
      <vt:lpstr>IPv4 Packet IPv4 Packet Header Fields</vt:lpstr>
      <vt:lpstr>IPv4 Packet IPv4 Packet Header Fields</vt:lpstr>
      <vt:lpstr>IPv4 Packet Video – Sample IPv4 Headers in Wireshark</vt:lpstr>
      <vt:lpstr>8.3 IPv6 Packets</vt:lpstr>
      <vt:lpstr>IPv6 Packets Limitations of IPv4</vt:lpstr>
      <vt:lpstr>IPv6 Packets IPv6 Overview</vt:lpstr>
      <vt:lpstr>IPv6 Packets IPv4 Packet Header Fields in the IPv6 Packet Header</vt:lpstr>
      <vt:lpstr>IPv6 Packets IPv6 Packet Header</vt:lpstr>
      <vt:lpstr>IPv6 Packets IPv6 Packet Header (Cont.)</vt:lpstr>
      <vt:lpstr>IPv6 Packets Video – Sample IPv6 Headers in Wireshark</vt:lpstr>
      <vt:lpstr>8.4 How a Host Routes</vt:lpstr>
      <vt:lpstr>How a Host Routes Host Forwarding Decision</vt:lpstr>
      <vt:lpstr>How a Host Routes Host Forwarding Decision (Cont.)</vt:lpstr>
      <vt:lpstr>How a Host Routes Default Gateway</vt:lpstr>
      <vt:lpstr>How a Host Routes A Host Routes to the Default Gateway</vt:lpstr>
      <vt:lpstr>How a Host Routes  Host Routing Tables</vt:lpstr>
      <vt:lpstr>8.5 Introduction to Routing</vt:lpstr>
      <vt:lpstr>Introduction to Routing Router Packet Forwarding Decision</vt:lpstr>
      <vt:lpstr>Introduction to Routing IP Router Routing Table</vt:lpstr>
      <vt:lpstr>Introduction to Routing Static Routing</vt:lpstr>
      <vt:lpstr>Introduction to Routing Dynamic Routing</vt:lpstr>
      <vt:lpstr>Introduction to Routing Video – IPv4 Router Routing Tables</vt:lpstr>
      <vt:lpstr>Introduction to Routing Introduction to an IPv4 Routing Table</vt:lpstr>
      <vt:lpstr>8.6 Module Practice and Quiz</vt:lpstr>
      <vt:lpstr>Module Practice and Quiz What did I learn in this module?</vt:lpstr>
      <vt:lpstr>Network Layer New Terms and Commands</vt:lpstr>
      <vt:lpstr>Network Layer New Terms and Commands</vt:lpstr>
      <vt:lpstr>PowerPoint Presentation</vt:lpstr>
    </vt:vector>
  </TitlesOfParts>
  <Company>Cisco Systems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bvachon@cisco.com</dc:creator>
  <cp:lastModifiedBy>Hamish Smith</cp:lastModifiedBy>
  <cp:revision>1034</cp:revision>
  <dcterms:created xsi:type="dcterms:W3CDTF">2016-08-22T22:27:36Z</dcterms:created>
  <dcterms:modified xsi:type="dcterms:W3CDTF">2024-04-02T19:45:04Z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Offisync_ProviderInitializationData">
    <vt:lpwstr>https://cisco.jiveon.com</vt:lpwstr>
  </property>
  <property fmtid="{D5CDD505-2E9C-101B-9397-08002B2CF9AE}" pid="3" name="Offisync_UpdateToken">
    <vt:lpwstr>1</vt:lpwstr>
  </property>
  <property fmtid="{D5CDD505-2E9C-101B-9397-08002B2CF9AE}" pid="4" name="Offisync_ServerID">
    <vt:lpwstr>07841bbc-cd3c-4a76-827f-75a2226890f4</vt:lpwstr>
  </property>
  <property fmtid="{D5CDD505-2E9C-101B-9397-08002B2CF9AE}" pid="5" name="Offisync_UniqueId">
    <vt:lpwstr>1702406</vt:lpwstr>
  </property>
  <property fmtid="{D5CDD505-2E9C-101B-9397-08002B2CF9AE}" pid="6" name="Jive_VersionGuid">
    <vt:lpwstr>fd96a0b3-f68d-4727-8e4f-2128d37ed30a</vt:lpwstr>
  </property>
  <property fmtid="{D5CDD505-2E9C-101B-9397-08002B2CF9AE}" pid="7" name="Jive_LatestUserAccountName">
    <vt:lpwstr>alljohns</vt:lpwstr>
  </property>
  <property fmtid="{D5CDD505-2E9C-101B-9397-08002B2CF9AE}" pid="8" name="ArticulateGUID">
    <vt:lpwstr>F9A496F7-57D7-4028-9572-D40DFDF3715A</vt:lpwstr>
  </property>
  <property fmtid="{D5CDD505-2E9C-101B-9397-08002B2CF9AE}" pid="9" name="ArticulatePath">
    <vt:lpwstr>ITE7_Chp9_by_jg</vt:lpwstr>
  </property>
</Properties>
</file>